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41"/>
  </p:notesMasterIdLst>
  <p:sldIdLst>
    <p:sldId id="328" r:id="rId2"/>
    <p:sldId id="329" r:id="rId3"/>
    <p:sldId id="330" r:id="rId4"/>
    <p:sldId id="310" r:id="rId5"/>
    <p:sldId id="311" r:id="rId6"/>
    <p:sldId id="313" r:id="rId7"/>
    <p:sldId id="332" r:id="rId8"/>
    <p:sldId id="331" r:id="rId9"/>
    <p:sldId id="326" r:id="rId10"/>
    <p:sldId id="300" r:id="rId11"/>
    <p:sldId id="308" r:id="rId12"/>
    <p:sldId id="309" r:id="rId13"/>
    <p:sldId id="319" r:id="rId14"/>
    <p:sldId id="279" r:id="rId15"/>
    <p:sldId id="272" r:id="rId16"/>
    <p:sldId id="323" r:id="rId17"/>
    <p:sldId id="333" r:id="rId18"/>
    <p:sldId id="335" r:id="rId19"/>
    <p:sldId id="334" r:id="rId20"/>
    <p:sldId id="314" r:id="rId21"/>
    <p:sldId id="317" r:id="rId22"/>
    <p:sldId id="315" r:id="rId23"/>
    <p:sldId id="316" r:id="rId24"/>
    <p:sldId id="321" r:id="rId25"/>
    <p:sldId id="266" r:id="rId26"/>
    <p:sldId id="318" r:id="rId27"/>
    <p:sldId id="261" r:id="rId28"/>
    <p:sldId id="263" r:id="rId29"/>
    <p:sldId id="257" r:id="rId30"/>
    <p:sldId id="264" r:id="rId31"/>
    <p:sldId id="256" r:id="rId32"/>
    <p:sldId id="258" r:id="rId33"/>
    <p:sldId id="292" r:id="rId34"/>
    <p:sldId id="286" r:id="rId35"/>
    <p:sldId id="275" r:id="rId36"/>
    <p:sldId id="294" r:id="rId37"/>
    <p:sldId id="259" r:id="rId38"/>
    <p:sldId id="267" r:id="rId39"/>
    <p:sldId id="28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89C7C-7151-4BA0-B6CB-3F571EF6230D}" v="2" dt="2024-09-18T16:11:19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86"/>
  </p:normalViewPr>
  <p:slideViewPr>
    <p:cSldViewPr snapToGrid="0">
      <p:cViewPr varScale="1">
        <p:scale>
          <a:sx n="49" d="100"/>
          <a:sy n="49" d="100"/>
        </p:scale>
        <p:origin x="96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y maurer" userId="a0753a078f46b9fa" providerId="LiveId" clId="{87989C7C-7151-4BA0-B6CB-3F571EF6230D}"/>
    <pc:docChg chg="undo custSel modSld">
      <pc:chgData name="charly maurer" userId="a0753a078f46b9fa" providerId="LiveId" clId="{87989C7C-7151-4BA0-B6CB-3F571EF6230D}" dt="2024-09-21T12:20:18.895" v="10" actId="1076"/>
      <pc:docMkLst>
        <pc:docMk/>
      </pc:docMkLst>
      <pc:sldChg chg="modSp mod">
        <pc:chgData name="charly maurer" userId="a0753a078f46b9fa" providerId="LiveId" clId="{87989C7C-7151-4BA0-B6CB-3F571EF6230D}" dt="2024-09-21T12:20:18.895" v="10" actId="1076"/>
        <pc:sldMkLst>
          <pc:docMk/>
          <pc:sldMk cId="484340709" sldId="267"/>
        </pc:sldMkLst>
        <pc:spChg chg="mod">
          <ac:chgData name="charly maurer" userId="a0753a078f46b9fa" providerId="LiveId" clId="{87989C7C-7151-4BA0-B6CB-3F571EF6230D}" dt="2024-09-21T12:20:18.895" v="10" actId="1076"/>
          <ac:spMkLst>
            <pc:docMk/>
            <pc:sldMk cId="484340709" sldId="267"/>
            <ac:spMk id="10" creationId="{5E28AAE0-F338-B0CD-3B47-A36C18D95F5C}"/>
          </ac:spMkLst>
        </pc:spChg>
        <pc:picChg chg="mod">
          <ac:chgData name="charly maurer" userId="a0753a078f46b9fa" providerId="LiveId" clId="{87989C7C-7151-4BA0-B6CB-3F571EF6230D}" dt="2024-09-21T12:20:11.308" v="9" actId="1076"/>
          <ac:picMkLst>
            <pc:docMk/>
            <pc:sldMk cId="484340709" sldId="267"/>
            <ac:picMk id="5" creationId="{95E2FD0A-0FC6-9B24-C842-9B928F1A9810}"/>
          </ac:picMkLst>
        </pc:picChg>
      </pc:sldChg>
      <pc:sldChg chg="addSp delSp modSp mod">
        <pc:chgData name="charly maurer" userId="a0753a078f46b9fa" providerId="LiveId" clId="{87989C7C-7151-4BA0-B6CB-3F571EF6230D}" dt="2024-09-19T10:49:25.474" v="4" actId="1076"/>
        <pc:sldMkLst>
          <pc:docMk/>
          <pc:sldMk cId="2149984153" sldId="286"/>
        </pc:sldMkLst>
        <pc:spChg chg="add del mod">
          <ac:chgData name="charly maurer" userId="a0753a078f46b9fa" providerId="LiveId" clId="{87989C7C-7151-4BA0-B6CB-3F571EF6230D}" dt="2024-09-18T16:11:20.238" v="3" actId="21"/>
          <ac:spMkLst>
            <pc:docMk/>
            <pc:sldMk cId="2149984153" sldId="286"/>
            <ac:spMk id="3" creationId="{959E32B8-BF22-98CD-5AC7-8C6D58437997}"/>
          </ac:spMkLst>
        </pc:spChg>
        <pc:picChg chg="add mod">
          <ac:chgData name="charly maurer" userId="a0753a078f46b9fa" providerId="LiveId" clId="{87989C7C-7151-4BA0-B6CB-3F571EF6230D}" dt="2024-09-18T16:11:19.531" v="2"/>
          <ac:picMkLst>
            <pc:docMk/>
            <pc:sldMk cId="2149984153" sldId="286"/>
            <ac:picMk id="4" creationId="{EF61B60A-8256-E605-62E6-2032103D2CD0}"/>
          </ac:picMkLst>
        </pc:picChg>
        <pc:picChg chg="add del mod">
          <ac:chgData name="charly maurer" userId="a0753a078f46b9fa" providerId="LiveId" clId="{87989C7C-7151-4BA0-B6CB-3F571EF6230D}" dt="2024-09-19T10:49:25.474" v="4" actId="1076"/>
          <ac:picMkLst>
            <pc:docMk/>
            <pc:sldMk cId="2149984153" sldId="286"/>
            <ac:picMk id="5" creationId="{EF61B60A-8256-E605-62E6-2032103D2CD0}"/>
          </ac:picMkLst>
        </pc:picChg>
      </pc:sldChg>
      <pc:sldChg chg="modSp mod">
        <pc:chgData name="charly maurer" userId="a0753a078f46b9fa" providerId="LiveId" clId="{87989C7C-7151-4BA0-B6CB-3F571EF6230D}" dt="2024-09-19T12:16:52.890" v="6" actId="1076"/>
        <pc:sldMkLst>
          <pc:docMk/>
          <pc:sldMk cId="4117213727" sldId="294"/>
        </pc:sldMkLst>
        <pc:spChg chg="mod">
          <ac:chgData name="charly maurer" userId="a0753a078f46b9fa" providerId="LiveId" clId="{87989C7C-7151-4BA0-B6CB-3F571EF6230D}" dt="2024-09-19T12:16:52.890" v="6" actId="1076"/>
          <ac:spMkLst>
            <pc:docMk/>
            <pc:sldMk cId="4117213727" sldId="294"/>
            <ac:spMk id="8" creationId="{5B3B1DEF-847B-91DD-4D1D-B1CF93B1E12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Classeur2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 sz="3200" b="1" i="0" cap="all" baseline="0" dirty="0">
                <a:solidFill>
                  <a:schemeClr val="tx1"/>
                </a:solidFill>
                <a:effectLst/>
              </a:rPr>
              <a:t>nombre des jeunes ayant </a:t>
            </a:r>
            <a:r>
              <a:rPr lang="fr-FR" sz="3200" b="1" i="0" cap="all" baseline="0" dirty="0" err="1">
                <a:solidFill>
                  <a:schemeClr val="tx1"/>
                </a:solidFill>
                <a:effectLst/>
              </a:rPr>
              <a:t>beneficiE</a:t>
            </a:r>
            <a:r>
              <a:rPr lang="fr-FR" sz="3200" b="1" i="0" cap="all" baseline="0" dirty="0">
                <a:solidFill>
                  <a:schemeClr val="tx1"/>
                </a:solidFill>
                <a:effectLst/>
              </a:rPr>
              <a:t> de la bourse de 2004 - 2024</a:t>
            </a:r>
            <a:endParaRPr lang="fr-TD" sz="3200" dirty="0"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tx1"/>
                </a:solidFill>
              </a:defRPr>
            </a:pPr>
            <a:endParaRPr lang="fr-FR" sz="32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190468339895013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3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23017039862204725"/>
          <c:y val="0.1705006926217556"/>
          <c:w val="0.59825295275590551"/>
          <c:h val="0.79767060367454068"/>
        </c:manualLayout>
      </c:layout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t" anchorCtr="1"/>
          <a:lstStyle/>
          <a:p>
            <a:pPr>
              <a:defRPr sz="36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3600" b="1" i="0" baseline="0" dirty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fr-FR" sz="2800" b="1" i="0" baseline="0" dirty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RÉPARTION DES BÉNÉFICIAIRES PAR SEXE</a:t>
            </a:r>
            <a:endParaRPr lang="fr-FR" sz="3600" b="1" i="0" dirty="0">
              <a:solidFill>
                <a:schemeClr val="tx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c:rich>
      </c:tx>
      <c:layout>
        <c:manualLayout>
          <c:xMode val="edge"/>
          <c:yMode val="edge"/>
          <c:x val="0.1253280942690366"/>
          <c:y val="1.851852121879866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1"/>
        <a:lstStyle/>
        <a:p>
          <a:pPr>
            <a:defRPr sz="3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1A9-F546-85C3-896C4C7535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25400"/>
              </a:effectLst>
            </c:spPr>
            <c:extLst>
              <c:ext xmlns:c16="http://schemas.microsoft.com/office/drawing/2014/chart" uri="{C3380CC4-5D6E-409C-BE32-E72D297353CC}">
                <c16:uniqueId val="{00000003-21A9-F546-85C3-896C4C75356E}"/>
              </c:ext>
            </c:extLst>
          </c:dPt>
          <c:dLbls>
            <c:dLbl>
              <c:idx val="0"/>
              <c:layout>
                <c:manualLayout>
                  <c:x val="-0.22525666217656357"/>
                  <c:y val="9.557175496817657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3200" b="1" i="0" u="none" strike="noStrike" kern="1200" baseline="0">
                        <a:solidFill>
                          <a:schemeClr val="lt1"/>
                        </a:solidFill>
                        <a:latin typeface="Arial Black" panose="020B0604020202020204" pitchFamily="34" charset="0"/>
                        <a:ea typeface="+mn-ea"/>
                        <a:cs typeface="Arial Black" panose="020B0604020202020204" pitchFamily="34" charset="0"/>
                      </a:defRPr>
                    </a:pPr>
                    <a:fld id="{1D8F0E26-CA01-C841-97E7-EFBB6768EA13}" type="CATEGORYNAME">
                      <a:rPr lang="en-US" sz="3200" b="1" i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pPr>
                        <a:defRPr sz="3200">
                          <a:latin typeface="Arial Black" panose="020B0604020202020204" pitchFamily="34" charset="0"/>
                          <a:cs typeface="Arial Black" panose="020B0604020202020204" pitchFamily="34" charset="0"/>
                        </a:defRPr>
                      </a:pPr>
                      <a:t>[NOM DE CATÉGORIE]</a:t>
                    </a:fld>
                    <a:r>
                      <a:rPr lang="en-US" sz="3200" b="1" i="0" dirty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 93 </a:t>
                    </a:r>
                    <a:r>
                      <a:rPr lang="en-US" sz="3200" b="1" i="0" dirty="0" err="1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soit</a:t>
                    </a:r>
                    <a:r>
                      <a:rPr lang="en-US" sz="3200" b="1" i="0" baseline="0" dirty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
</a:t>
                    </a:r>
                    <a:fld id="{50558DC6-2741-394C-9FA3-7AF22CAECBBD}" type="PERCENTAGE">
                      <a:rPr lang="en-US" sz="3200" b="1" i="0" baseline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pPr>
                        <a:defRPr sz="3200">
                          <a:latin typeface="Arial Black" panose="020B0604020202020204" pitchFamily="34" charset="0"/>
                          <a:cs typeface="Arial Black" panose="020B0604020202020204" pitchFamily="34" charset="0"/>
                        </a:defRPr>
                      </a:pPr>
                      <a:t>[POURCENTAGE]</a:t>
                    </a:fld>
                    <a:endParaRPr lang="en-US" sz="3200" b="1" i="0" baseline="0" dirty="0">
                      <a:latin typeface="Arial Black" panose="020B0604020202020204" pitchFamily="34" charset="0"/>
                      <a:cs typeface="Arial Black" panose="020B060402020202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>
                  <a:outerShdw blurRad="50800" dist="38100" sx="1000" sy="1000" algn="tl" rotWithShape="0">
                    <a:prstClr val="black"/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3200" b="1" i="0" u="none" strike="noStrike" kern="1200" baseline="0">
                      <a:solidFill>
                        <a:schemeClr val="lt1"/>
                      </a:solidFill>
                      <a:latin typeface="Arial Black" panose="020B0604020202020204" pitchFamily="34" charset="0"/>
                      <a:ea typeface="+mn-ea"/>
                      <a:cs typeface="Arial Black" panose="020B0604020202020204" pitchFamily="34" charset="0"/>
                    </a:defRPr>
                  </a:pPr>
                  <a:endParaRPr lang="fr-F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19354838709678"/>
                      <c:h val="0.299169054441260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1A9-F546-85C3-896C4C75356E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800" b="1" i="0" u="none" strike="noStrike" kern="1200" baseline="0">
                        <a:solidFill>
                          <a:schemeClr val="lt1"/>
                        </a:solidFill>
                        <a:latin typeface="Arial Black" panose="020B0604020202020204" pitchFamily="34" charset="0"/>
                        <a:ea typeface="+mn-ea"/>
                        <a:cs typeface="Arial Black" panose="020B0604020202020204" pitchFamily="34" charset="0"/>
                      </a:defRPr>
                    </a:pPr>
                    <a:fld id="{019318D8-1C36-D34E-AB4F-D6A98C6F2293}" type="CATEGORYNAME">
                      <a:rPr lang="en-US" sz="2800" b="1" i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pPr>
                        <a:defRPr sz="2800">
                          <a:latin typeface="Arial Black" panose="020B0604020202020204" pitchFamily="34" charset="0"/>
                          <a:cs typeface="Arial Black" panose="020B0604020202020204" pitchFamily="34" charset="0"/>
                        </a:defRPr>
                      </a:pPr>
                      <a:t>[NOM DE CATÉGORIE]</a:t>
                    </a:fld>
                    <a:r>
                      <a:rPr lang="en-US" sz="2800" b="1" i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 121 soit </a:t>
                    </a:r>
                    <a:r>
                      <a:rPr lang="en-US" sz="2800" b="1" i="0" baseline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
</a:t>
                    </a:r>
                    <a:fld id="{6EAF6DE7-50A5-1247-BBA4-DA50185ABE94}" type="PERCENTAGE">
                      <a:rPr lang="en-US" sz="2800" b="1" i="0" baseline="0"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pPr>
                        <a:defRPr sz="2800">
                          <a:latin typeface="Arial Black" panose="020B0604020202020204" pitchFamily="34" charset="0"/>
                          <a:cs typeface="Arial Black" panose="020B0604020202020204" pitchFamily="34" charset="0"/>
                        </a:defRPr>
                      </a:pPr>
                      <a:t>[POURCENTAGE]</a:t>
                    </a:fld>
                    <a:endParaRPr lang="en-US" sz="2800" b="1" i="0" baseline="0">
                      <a:latin typeface="Arial Black" panose="020B0604020202020204" pitchFamily="34" charset="0"/>
                      <a:cs typeface="Arial Black" panose="020B060402020202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>
                  <a:outerShdw blurRad="50800" dist="38100" sx="1000" sy="1000" algn="tl" rotWithShape="0">
                    <a:prstClr val="black"/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chemeClr val="lt1"/>
                      </a:solidFill>
                      <a:latin typeface="Arial Black" panose="020B0604020202020204" pitchFamily="34" charset="0"/>
                      <a:ea typeface="+mn-ea"/>
                      <a:cs typeface="Arial Black" panose="020B0604020202020204" pitchFamily="34" charset="0"/>
                    </a:defRPr>
                  </a:pPr>
                  <a:endParaRPr lang="fr-FR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060490220980439"/>
                      <c:h val="0.3192263610315185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1A9-F546-85C3-896C4C75356E}"/>
                </c:ext>
              </c:extLst>
            </c:dLbl>
            <c:spPr>
              <a:noFill/>
              <a:ln>
                <a:noFill/>
              </a:ln>
              <a:effectLst>
                <a:outerShdw blurRad="50800" dist="38100" sx="1000" sy="1000" algn="tl" rotWithShape="0">
                  <a:prstClr val="black"/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lt1"/>
                    </a:solidFill>
                    <a:latin typeface="Arial Black" panose="020B0604020202020204" pitchFamily="34" charset="0"/>
                    <a:ea typeface="+mn-ea"/>
                    <a:cs typeface="Arial Black" panose="020B0604020202020204" pitchFamily="34" charset="0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Feuil1!$A$1:$A$2</c:f>
              <c:strCache>
                <c:ptCount val="2"/>
                <c:pt idx="0">
                  <c:v>Filles</c:v>
                </c:pt>
                <c:pt idx="1">
                  <c:v>Garçons</c:v>
                </c:pt>
              </c:strCache>
            </c:strRef>
          </c:cat>
          <c:val>
            <c:numRef>
              <c:f>Feuil1!$B$1:$B$2</c:f>
              <c:numCache>
                <c:formatCode>General</c:formatCode>
                <c:ptCount val="2"/>
                <c:pt idx="0">
                  <c:v>93</c:v>
                </c:pt>
                <c:pt idx="1">
                  <c:v>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A9-F546-85C3-896C4C75356E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cap="all" spc="100" normalizeH="0" baseline="0">
                <a:solidFill>
                  <a:schemeClr val="lt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pPr>
            <a:r>
              <a:rPr lang="fr-FR" sz="2800" b="1" i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RéPARTITION</a:t>
            </a:r>
            <a:r>
              <a:rPr lang="fr-FR" sz="2800" b="1" i="0" baseline="0" dirty="0">
                <a:latin typeface="Arial Black" panose="020B0604020202020204" pitchFamily="34" charset="0"/>
                <a:cs typeface="Arial Black" panose="020B0604020202020204" pitchFamily="34" charset="0"/>
              </a:rPr>
              <a:t> DE BOURSIERS PAR DOMAINE DE FORMATION</a:t>
            </a:r>
            <a:endParaRPr lang="fr-FR" sz="2800" b="1" i="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c:rich>
      </c:tx>
      <c:layout>
        <c:manualLayout>
          <c:xMode val="edge"/>
          <c:yMode val="edge"/>
          <c:x val="0.1572421951080876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cap="all" spc="100" normalizeH="0" baseline="0">
              <a:solidFill>
                <a:schemeClr val="lt1"/>
              </a:solidFill>
              <a:latin typeface="Arial Black" panose="020B0604020202020204" pitchFamily="34" charset="0"/>
              <a:ea typeface="+mn-ea"/>
              <a:cs typeface="Arial Black" panose="020B0604020202020204" pitchFamily="34" charset="0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1.1486465593301706E-2"/>
          <c:y val="0.17730580013207933"/>
          <c:w val="0.95795792667667923"/>
          <c:h val="0.7161263803042256"/>
        </c:manualLayout>
      </c:layout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pattFill prst="ltUpDiag">
                <a:fgClr>
                  <a:schemeClr val="accent1"/>
                </a:fgClr>
                <a:bgClr>
                  <a:schemeClr val="lt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96F-5149-88E9-08C82B8ABBD1}"/>
              </c:ext>
            </c:extLst>
          </c:dPt>
          <c:dPt>
            <c:idx val="1"/>
            <c:invertIfNegative val="0"/>
            <c:bubble3D val="0"/>
            <c:spPr>
              <a:pattFill prst="ltUpDiag">
                <a:fgClr>
                  <a:schemeClr val="accent2"/>
                </a:fgClr>
                <a:bgClr>
                  <a:schemeClr val="lt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6F-5149-88E9-08C82B8ABBD1}"/>
              </c:ext>
            </c:extLst>
          </c:dPt>
          <c:dPt>
            <c:idx val="2"/>
            <c:invertIfNegative val="0"/>
            <c:bubble3D val="0"/>
            <c:spPr>
              <a:pattFill prst="ltUpDiag">
                <a:fgClr>
                  <a:schemeClr val="accent3"/>
                </a:fgClr>
                <a:bgClr>
                  <a:schemeClr val="lt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96F-5149-88E9-08C82B8ABBD1}"/>
              </c:ext>
            </c:extLst>
          </c:dPt>
          <c:dPt>
            <c:idx val="3"/>
            <c:invertIfNegative val="0"/>
            <c:bubble3D val="0"/>
            <c:spPr>
              <a:pattFill prst="ltUpDiag">
                <a:fgClr>
                  <a:schemeClr val="accent4"/>
                </a:fgClr>
                <a:bgClr>
                  <a:schemeClr val="lt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96F-5149-88E9-08C82B8ABBD1}"/>
              </c:ext>
            </c:extLst>
          </c:dPt>
          <c:dLbls>
            <c:dLbl>
              <c:idx val="0"/>
              <c:layout>
                <c:manualLayout>
                  <c:x val="0"/>
                  <c:y val="-8.99066914416288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96F-5149-88E9-08C82B8ABBD1}"/>
                </c:ext>
              </c:extLst>
            </c:dLbl>
            <c:dLbl>
              <c:idx val="1"/>
              <c:layout>
                <c:manualLayout>
                  <c:x val="0"/>
                  <c:y val="-3.491659885048108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6F-5149-88E9-08C82B8ABBD1}"/>
                </c:ext>
              </c:extLst>
            </c:dLbl>
            <c:dLbl>
              <c:idx val="2"/>
              <c:layout>
                <c:manualLayout>
                  <c:x val="-6.3469677361641256E-3"/>
                  <c:y val="-2.750919036296155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6F-5149-88E9-08C82B8ABBD1}"/>
                </c:ext>
              </c:extLst>
            </c:dLbl>
            <c:dLbl>
              <c:idx val="3"/>
              <c:layout>
                <c:manualLayout>
                  <c:x val="-6.3469677361640475E-3"/>
                  <c:y val="-2.828952001888597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111111111111104E-2"/>
                      <c:h val="6.47222222222222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96F-5149-88E9-08C82B8ABBD1}"/>
                </c:ext>
              </c:extLst>
            </c:dLbl>
            <c:spPr>
              <a:solidFill>
                <a:srgbClr val="4472C4">
                  <a:alpha val="7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Feuil1!$A$1:$A$4</c:f>
              <c:strCache>
                <c:ptCount val="4"/>
                <c:pt idx="0">
                  <c:v>Santé</c:v>
                </c:pt>
                <c:pt idx="1">
                  <c:v>Formation téchnique </c:v>
                </c:pt>
                <c:pt idx="2">
                  <c:v>Adminitration-Gestion</c:v>
                </c:pt>
                <c:pt idx="3">
                  <c:v>Ingénieur et journalisme </c:v>
                </c:pt>
              </c:strCache>
            </c:strRef>
          </c:cat>
          <c:val>
            <c:numRef>
              <c:f>Feuil1!$B$1:$B$4</c:f>
              <c:numCache>
                <c:formatCode>General</c:formatCode>
                <c:ptCount val="4"/>
                <c:pt idx="0">
                  <c:v>107</c:v>
                </c:pt>
                <c:pt idx="1">
                  <c:v>53</c:v>
                </c:pt>
                <c:pt idx="2">
                  <c:v>50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6F-5149-88E9-08C82B8ABBD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0"/>
        <c:axId val="283571119"/>
        <c:axId val="325208511"/>
      </c:barChart>
      <c:catAx>
        <c:axId val="2835711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solidFill>
            <a:schemeClr val="tx1"/>
          </a:solidFill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cap="all" spc="150" normalizeH="0" baseline="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pPr>
            <a:endParaRPr lang="fr-FR"/>
          </a:p>
        </c:txPr>
        <c:crossAx val="325208511"/>
        <c:crosses val="autoZero"/>
        <c:auto val="1"/>
        <c:lblAlgn val="ctr"/>
        <c:lblOffset val="100"/>
        <c:noMultiLvlLbl val="0"/>
      </c:catAx>
      <c:valAx>
        <c:axId val="3252085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3571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044414370078742"/>
          <c:y val="6.0636402853629694E-2"/>
          <c:w val="0.51639198126128261"/>
          <c:h val="0.90481601366361564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77D-5D4F-8770-460CDC3A188A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77D-5D4F-8770-460CDC3A188A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77D-5D4F-8770-460CDC3A188A}"/>
              </c:ext>
            </c:extLst>
          </c:dPt>
          <c:dLbls>
            <c:dLbl>
              <c:idx val="0"/>
              <c:layout>
                <c:manualLayout>
                  <c:x val="0.18857061475496945"/>
                  <c:y val="-0.6188794768367196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800" b="1" i="0" u="none" strike="noStrike" kern="1200" baseline="0">
                        <a:solidFill>
                          <a:schemeClr val="tx1"/>
                        </a:solidFill>
                        <a:latin typeface="Arial Black" panose="020B0604020202020204" pitchFamily="34" charset="0"/>
                        <a:ea typeface="+mn-ea"/>
                        <a:cs typeface="Arial Black" panose="020B0604020202020204" pitchFamily="34" charset="0"/>
                      </a:defRPr>
                    </a:pPr>
                    <a:r>
                      <a:rPr lang="en-US" sz="2800" b="1" i="0" baseline="0" dirty="0" err="1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Ceux</a:t>
                    </a:r>
                    <a:r>
                      <a:rPr lang="en-US" sz="2800" b="1" i="0" baseline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 qui </a:t>
                    </a:r>
                    <a:r>
                      <a:rPr lang="en-US" sz="2800" b="1" i="0" baseline="0" dirty="0" err="1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ont</a:t>
                    </a:r>
                    <a:r>
                      <a:rPr lang="en-US" sz="2800" b="1" i="0" baseline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  un </a:t>
                    </a:r>
                    <a:r>
                      <a:rPr lang="en-US" sz="2800" b="1" i="0" baseline="0" dirty="0" err="1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emploi</a:t>
                    </a:r>
                    <a:endParaRPr lang="en-US" sz="2800" b="1" i="0" baseline="0" dirty="0">
                      <a:solidFill>
                        <a:schemeClr val="tx1"/>
                      </a:solidFill>
                      <a:latin typeface="Arial Black" panose="020B0604020202020204" pitchFamily="34" charset="0"/>
                      <a:cs typeface="Arial Black" panose="020B060402020202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chemeClr val="tx1"/>
                      </a:solidFill>
                      <a:latin typeface="Arial Black" panose="020B0604020202020204" pitchFamily="34" charset="0"/>
                      <a:ea typeface="+mn-ea"/>
                      <a:cs typeface="Arial Black" panose="020B0604020202020204" pitchFamily="34" charset="0"/>
                    </a:defRPr>
                  </a:pPr>
                  <a:endParaRPr lang="fr-FR"/>
                </a:p>
              </c:txPr>
              <c:showLegendKey val="0"/>
              <c:showVal val="0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11392716535431"/>
                      <c:h val="0.21706631372905774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1-E77D-5D4F-8770-460CDC3A188A}"/>
                </c:ext>
              </c:extLst>
            </c:dLbl>
            <c:dLbl>
              <c:idx val="1"/>
              <c:layout>
                <c:manualLayout>
                  <c:x val="-0.23004621119377255"/>
                  <c:y val="0.14421836910734451"/>
                </c:manualLayout>
              </c:layout>
              <c:tx>
                <c:rich>
                  <a:bodyPr/>
                  <a:lstStyle/>
                  <a:p>
                    <a:r>
                      <a:rPr lang="en-US" sz="2400" b="1" i="0" baseline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A la recherche </a:t>
                    </a:r>
                    <a:r>
                      <a:rPr lang="en-US" sz="2400" b="1" i="0" baseline="0" dirty="0" err="1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d'emploi</a:t>
                    </a:r>
                    <a:endParaRPr lang="en-US" sz="2400" b="1" i="0" baseline="0" dirty="0">
                      <a:solidFill>
                        <a:schemeClr val="tx1"/>
                      </a:solidFill>
                      <a:latin typeface="Arial Black" panose="020B0604020202020204" pitchFamily="34" charset="0"/>
                      <a:cs typeface="Arial Black" panose="020B0604020202020204" pitchFamily="34" charset="0"/>
                    </a:endParaRPr>
                  </a:p>
                </c:rich>
              </c:tx>
              <c:showLegendKey val="0"/>
              <c:showVal val="0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1664808019175"/>
                      <c:h val="0.22079329759392261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3-E77D-5D4F-8770-460CDC3A188A}"/>
                </c:ext>
              </c:extLst>
            </c:dLbl>
            <c:dLbl>
              <c:idx val="2"/>
              <c:layout>
                <c:manualLayout>
                  <c:x val="-0.27431815944881888"/>
                  <c:y val="-8.93989593818505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2800" b="1" i="0" u="none" strike="noStrike" kern="1200" baseline="0">
                        <a:solidFill>
                          <a:schemeClr val="tx1"/>
                        </a:solidFill>
                        <a:latin typeface="Arial Black" panose="020B0604020202020204" pitchFamily="34" charset="0"/>
                        <a:ea typeface="+mn-ea"/>
                        <a:cs typeface="Arial Black" panose="020B0604020202020204" pitchFamily="34" charset="0"/>
                      </a:defRPr>
                    </a:pPr>
                    <a:r>
                      <a:rPr lang="en-US" sz="2800" b="1" i="0" baseline="0" dirty="0" err="1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Ceux</a:t>
                    </a:r>
                    <a:r>
                      <a:rPr lang="en-US" sz="2800" b="1" i="0" baseline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 qui </a:t>
                    </a:r>
                    <a:r>
                      <a:rPr lang="en-US" sz="2800" b="1" i="0" baseline="0" dirty="0" err="1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sont</a:t>
                    </a:r>
                    <a:r>
                      <a:rPr lang="en-US" sz="2800" b="1" i="0" baseline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 </a:t>
                    </a:r>
                    <a:r>
                      <a:rPr lang="en-US" sz="2800" b="1" i="0" baseline="0" dirty="0" err="1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en</a:t>
                    </a:r>
                    <a:r>
                      <a:rPr lang="en-US" sz="2800" b="1" i="0" baseline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rPr>
                      <a:t> stage  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2800" b="1" i="0" u="none" strike="noStrike" kern="1200" baseline="0">
                      <a:solidFill>
                        <a:schemeClr val="tx1"/>
                      </a:solidFill>
                      <a:latin typeface="Arial Black" panose="020B0604020202020204" pitchFamily="34" charset="0"/>
                      <a:ea typeface="+mn-ea"/>
                      <a:cs typeface="Arial Black" panose="020B0604020202020204" pitchFamily="34" charset="0"/>
                    </a:defRPr>
                  </a:pPr>
                  <a:endParaRPr lang="fr-FR"/>
                </a:p>
              </c:txPr>
              <c:showLegendKey val="0"/>
              <c:showVal val="0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051181102362207"/>
                      <c:h val="0.2101329678746563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5-E77D-5D4F-8770-460CDC3A18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tx1"/>
                    </a:solidFill>
                    <a:latin typeface="Arial Black" panose="020B0604020202020204" pitchFamily="34" charset="0"/>
                    <a:ea typeface="+mn-ea"/>
                    <a:cs typeface="Arial Black" panose="020B0604020202020204" pitchFamily="34" charset="0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1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Feuil1!$A$1:$A$3</c:f>
              <c:strCache>
                <c:ptCount val="3"/>
                <c:pt idx="0">
                  <c:v>Oui </c:v>
                </c:pt>
                <c:pt idx="1">
                  <c:v>Non</c:v>
                </c:pt>
                <c:pt idx="2">
                  <c:v>en stage professionnelle</c:v>
                </c:pt>
              </c:strCache>
            </c:strRef>
          </c:cat>
          <c:val>
            <c:numRef>
              <c:f>Feuil1!$B$1:$B$3</c:f>
              <c:numCache>
                <c:formatCode>0.00%</c:formatCode>
                <c:ptCount val="3"/>
                <c:pt idx="0">
                  <c:v>0.76100000000000001</c:v>
                </c:pt>
                <c:pt idx="1">
                  <c:v>8.5000000000000006E-2</c:v>
                </c:pt>
                <c:pt idx="2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77D-5D4F-8770-460CDC3A188A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046CD9-5AB2-744E-94EA-3F37A6DC5153}" type="doc">
      <dgm:prSet loTypeId="urn:microsoft.com/office/officeart/2005/8/layout/vList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412B20B-6A6B-E349-BB7E-BD4F41C93BC3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Conseil de Fondation</a:t>
          </a:r>
        </a:p>
      </dgm:t>
    </dgm:pt>
    <dgm:pt modelId="{954D7368-20EB-5747-8C5F-6BDDEE646BE7}" type="parTrans" cxnId="{BC7C09BD-39BD-704D-B6F6-B5CA1573DE58}">
      <dgm:prSet/>
      <dgm:spPr/>
      <dgm:t>
        <a:bodyPr/>
        <a:lstStyle/>
        <a:p>
          <a:endParaRPr lang="fr-FR"/>
        </a:p>
      </dgm:t>
    </dgm:pt>
    <dgm:pt modelId="{EB140031-9C35-F84C-B778-44EAE8590D9F}" type="sibTrans" cxnId="{BC7C09BD-39BD-704D-B6F6-B5CA1573DE58}">
      <dgm:prSet/>
      <dgm:spPr/>
      <dgm:t>
        <a:bodyPr/>
        <a:lstStyle/>
        <a:p>
          <a:endParaRPr lang="fr-FR"/>
        </a:p>
      </dgm:t>
    </dgm:pt>
    <dgm:pt modelId="{F148DBAD-996D-4E40-8ED6-B4A251A9517F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Organe Décisionnel </a:t>
          </a:r>
        </a:p>
      </dgm:t>
    </dgm:pt>
    <dgm:pt modelId="{D129932D-8BA8-5D49-B08D-789300D67AC3}" type="parTrans" cxnId="{EFD18B31-5D6D-9B47-B54F-853B1A20C694}">
      <dgm:prSet/>
      <dgm:spPr/>
      <dgm:t>
        <a:bodyPr/>
        <a:lstStyle/>
        <a:p>
          <a:endParaRPr lang="fr-FR"/>
        </a:p>
      </dgm:t>
    </dgm:pt>
    <dgm:pt modelId="{17BC6C75-1F7E-C34C-9AFC-F48D68D15C4A}" type="sibTrans" cxnId="{EFD18B31-5D6D-9B47-B54F-853B1A20C694}">
      <dgm:prSet/>
      <dgm:spPr/>
      <dgm:t>
        <a:bodyPr/>
        <a:lstStyle/>
        <a:p>
          <a:endParaRPr lang="fr-FR"/>
        </a:p>
      </dgm:t>
    </dgm:pt>
    <dgm:pt modelId="{5826F2AD-26C5-684C-8FF2-065F253CC8D6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Siège à Genève</a:t>
          </a:r>
        </a:p>
      </dgm:t>
    </dgm:pt>
    <dgm:pt modelId="{B7316B6D-EC21-C740-A31B-58B010EF9628}" type="parTrans" cxnId="{BD91573D-FE2E-B74B-B349-F77D83F38013}">
      <dgm:prSet/>
      <dgm:spPr/>
      <dgm:t>
        <a:bodyPr/>
        <a:lstStyle/>
        <a:p>
          <a:endParaRPr lang="fr-FR"/>
        </a:p>
      </dgm:t>
    </dgm:pt>
    <dgm:pt modelId="{47F98547-9924-774E-ABFB-4CD74E4ADC23}" type="sibTrans" cxnId="{BD91573D-FE2E-B74B-B349-F77D83F38013}">
      <dgm:prSet/>
      <dgm:spPr/>
      <dgm:t>
        <a:bodyPr/>
        <a:lstStyle/>
        <a:p>
          <a:endParaRPr lang="fr-FR"/>
        </a:p>
      </dgm:t>
    </dgm:pt>
    <dgm:pt modelId="{E8E0BF60-0E61-D848-84DC-9EFC7AA719AB}">
      <dgm:prSet phldrT="[Texte]"/>
      <dgm:spPr>
        <a:solidFill>
          <a:schemeClr val="accent4"/>
        </a:solidFill>
      </dgm:spPr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Commission de bourse</a:t>
          </a:r>
        </a:p>
      </dgm:t>
    </dgm:pt>
    <dgm:pt modelId="{F3DAA7D0-7D9A-7B46-836A-A7780EBEB717}" type="parTrans" cxnId="{CE4F42F3-B3A4-0748-8F85-3C64D105BE1F}">
      <dgm:prSet/>
      <dgm:spPr/>
      <dgm:t>
        <a:bodyPr/>
        <a:lstStyle/>
        <a:p>
          <a:endParaRPr lang="fr-FR"/>
        </a:p>
      </dgm:t>
    </dgm:pt>
    <dgm:pt modelId="{BBDBDB6D-D02D-BB46-AA7B-90016B4FCE8B}" type="sibTrans" cxnId="{CE4F42F3-B3A4-0748-8F85-3C64D105BE1F}">
      <dgm:prSet/>
      <dgm:spPr/>
      <dgm:t>
        <a:bodyPr/>
        <a:lstStyle/>
        <a:p>
          <a:endParaRPr lang="fr-FR"/>
        </a:p>
      </dgm:t>
    </dgm:pt>
    <dgm:pt modelId="{E257419D-287E-A542-ACDE-BC3C029CF4A9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Organe de pilotage</a:t>
          </a:r>
        </a:p>
      </dgm:t>
    </dgm:pt>
    <dgm:pt modelId="{155A8E7C-2088-EC45-A0B4-E97DC7A5A836}" type="parTrans" cxnId="{F0187A30-495B-784C-9E82-B3ECFB6F55EB}">
      <dgm:prSet/>
      <dgm:spPr/>
      <dgm:t>
        <a:bodyPr/>
        <a:lstStyle/>
        <a:p>
          <a:endParaRPr lang="fr-FR"/>
        </a:p>
      </dgm:t>
    </dgm:pt>
    <dgm:pt modelId="{D9C2FDAC-D2A8-7B46-8BB1-C46CEC49168D}" type="sibTrans" cxnId="{F0187A30-495B-784C-9E82-B3ECFB6F55EB}">
      <dgm:prSet/>
      <dgm:spPr/>
      <dgm:t>
        <a:bodyPr/>
        <a:lstStyle/>
        <a:p>
          <a:endParaRPr lang="fr-FR"/>
        </a:p>
      </dgm:t>
    </dgm:pt>
    <dgm:pt modelId="{29DC04FD-2905-E642-A098-87881F87D0A9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Siège à N’Djamena</a:t>
          </a:r>
        </a:p>
      </dgm:t>
    </dgm:pt>
    <dgm:pt modelId="{5054FBA8-0FB5-3844-A211-CB58ECC837D3}" type="parTrans" cxnId="{60562D59-E3A0-8244-967E-633B3A64090A}">
      <dgm:prSet/>
      <dgm:spPr/>
      <dgm:t>
        <a:bodyPr/>
        <a:lstStyle/>
        <a:p>
          <a:endParaRPr lang="fr-FR"/>
        </a:p>
      </dgm:t>
    </dgm:pt>
    <dgm:pt modelId="{FE741B63-4D8B-4343-8E46-32B45C168D8C}" type="sibTrans" cxnId="{60562D59-E3A0-8244-967E-633B3A64090A}">
      <dgm:prSet/>
      <dgm:spPr/>
      <dgm:t>
        <a:bodyPr/>
        <a:lstStyle/>
        <a:p>
          <a:endParaRPr lang="fr-FR"/>
        </a:p>
      </dgm:t>
    </dgm:pt>
    <dgm:pt modelId="{B929FCAB-F911-9744-9DAE-C0060D3B6C3F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Constitué majoritairement par les anciens boursier(ère)s</a:t>
          </a:r>
        </a:p>
      </dgm:t>
    </dgm:pt>
    <dgm:pt modelId="{1F7B112B-7E7D-EB4C-A0DC-3267A256F126}" type="parTrans" cxnId="{FB324B41-7E99-054C-882F-57EE69BCED85}">
      <dgm:prSet/>
      <dgm:spPr/>
    </dgm:pt>
    <dgm:pt modelId="{C4A5D005-FCFB-964A-93F0-381F87B710AE}" type="sibTrans" cxnId="{FB324B41-7E99-054C-882F-57EE69BCED85}">
      <dgm:prSet/>
      <dgm:spPr/>
    </dgm:pt>
    <dgm:pt modelId="{A341F546-1D76-2A46-ACB0-1D97E653F88F}" type="pres">
      <dgm:prSet presAssocID="{C1046CD9-5AB2-744E-94EA-3F37A6DC5153}" presName="Name0" presStyleCnt="0">
        <dgm:presLayoutVars>
          <dgm:dir/>
          <dgm:animLvl val="lvl"/>
          <dgm:resizeHandles/>
        </dgm:presLayoutVars>
      </dgm:prSet>
      <dgm:spPr/>
    </dgm:pt>
    <dgm:pt modelId="{FDF53E7C-403B-3543-B44D-7CF83A6CF0C6}" type="pres">
      <dgm:prSet presAssocID="{3412B20B-6A6B-E349-BB7E-BD4F41C93BC3}" presName="linNode" presStyleCnt="0"/>
      <dgm:spPr/>
    </dgm:pt>
    <dgm:pt modelId="{3FB4E5E3-90DC-1841-862A-E64776C751EC}" type="pres">
      <dgm:prSet presAssocID="{3412B20B-6A6B-E349-BB7E-BD4F41C93BC3}" presName="parentShp" presStyleLbl="node1" presStyleIdx="0" presStyleCnt="2">
        <dgm:presLayoutVars>
          <dgm:bulletEnabled val="1"/>
        </dgm:presLayoutVars>
      </dgm:prSet>
      <dgm:spPr/>
    </dgm:pt>
    <dgm:pt modelId="{B1804EF5-A48C-B24E-B4EF-451829E19CBD}" type="pres">
      <dgm:prSet presAssocID="{3412B20B-6A6B-E349-BB7E-BD4F41C93BC3}" presName="childShp" presStyleLbl="bgAccFollowNode1" presStyleIdx="0" presStyleCnt="2">
        <dgm:presLayoutVars>
          <dgm:bulletEnabled val="1"/>
        </dgm:presLayoutVars>
      </dgm:prSet>
      <dgm:spPr/>
    </dgm:pt>
    <dgm:pt modelId="{1E3501E9-EB28-AD44-8D7E-6F883AB38647}" type="pres">
      <dgm:prSet presAssocID="{EB140031-9C35-F84C-B778-44EAE8590D9F}" presName="spacing" presStyleCnt="0"/>
      <dgm:spPr/>
    </dgm:pt>
    <dgm:pt modelId="{FEF90275-7A6E-DA46-AEB8-66AC6539D4B5}" type="pres">
      <dgm:prSet presAssocID="{E8E0BF60-0E61-D848-84DC-9EFC7AA719AB}" presName="linNode" presStyleCnt="0"/>
      <dgm:spPr/>
    </dgm:pt>
    <dgm:pt modelId="{EC53CE40-64B7-2141-B4D7-33AA0FFB069C}" type="pres">
      <dgm:prSet presAssocID="{E8E0BF60-0E61-D848-84DC-9EFC7AA719AB}" presName="parentShp" presStyleLbl="node1" presStyleIdx="1" presStyleCnt="2">
        <dgm:presLayoutVars>
          <dgm:bulletEnabled val="1"/>
        </dgm:presLayoutVars>
      </dgm:prSet>
      <dgm:spPr/>
    </dgm:pt>
    <dgm:pt modelId="{BE6678E7-1689-5D40-BB29-46061C90B08F}" type="pres">
      <dgm:prSet presAssocID="{E8E0BF60-0E61-D848-84DC-9EFC7AA719AB}" presName="childShp" presStyleLbl="bgAccFollowNode1" presStyleIdx="1" presStyleCnt="2" custScaleY="137381">
        <dgm:presLayoutVars>
          <dgm:bulletEnabled val="1"/>
        </dgm:presLayoutVars>
      </dgm:prSet>
      <dgm:spPr/>
    </dgm:pt>
  </dgm:ptLst>
  <dgm:cxnLst>
    <dgm:cxn modelId="{78053D2C-9459-064C-9F17-BD6F28C214FB}" type="presOf" srcId="{3412B20B-6A6B-E349-BB7E-BD4F41C93BC3}" destId="{3FB4E5E3-90DC-1841-862A-E64776C751EC}" srcOrd="0" destOrd="0" presId="urn:microsoft.com/office/officeart/2005/8/layout/vList6"/>
    <dgm:cxn modelId="{F0187A30-495B-784C-9E82-B3ECFB6F55EB}" srcId="{E8E0BF60-0E61-D848-84DC-9EFC7AA719AB}" destId="{E257419D-287E-A542-ACDE-BC3C029CF4A9}" srcOrd="0" destOrd="0" parTransId="{155A8E7C-2088-EC45-A0B4-E97DC7A5A836}" sibTransId="{D9C2FDAC-D2A8-7B46-8BB1-C46CEC49168D}"/>
    <dgm:cxn modelId="{EFD18B31-5D6D-9B47-B54F-853B1A20C694}" srcId="{3412B20B-6A6B-E349-BB7E-BD4F41C93BC3}" destId="{F148DBAD-996D-4E40-8ED6-B4A251A9517F}" srcOrd="0" destOrd="0" parTransId="{D129932D-8BA8-5D49-B08D-789300D67AC3}" sibTransId="{17BC6C75-1F7E-C34C-9AFC-F48D68D15C4A}"/>
    <dgm:cxn modelId="{BD91573D-FE2E-B74B-B349-F77D83F38013}" srcId="{3412B20B-6A6B-E349-BB7E-BD4F41C93BC3}" destId="{5826F2AD-26C5-684C-8FF2-065F253CC8D6}" srcOrd="1" destOrd="0" parTransId="{B7316B6D-EC21-C740-A31B-58B010EF9628}" sibTransId="{47F98547-9924-774E-ABFB-4CD74E4ADC23}"/>
    <dgm:cxn modelId="{A589813E-0BF9-994E-85BF-1F4FC9F8F156}" type="presOf" srcId="{E8E0BF60-0E61-D848-84DC-9EFC7AA719AB}" destId="{EC53CE40-64B7-2141-B4D7-33AA0FFB069C}" srcOrd="0" destOrd="0" presId="urn:microsoft.com/office/officeart/2005/8/layout/vList6"/>
    <dgm:cxn modelId="{4AE0B75F-9E1C-C049-9494-EA2FB7D472AB}" type="presOf" srcId="{E257419D-287E-A542-ACDE-BC3C029CF4A9}" destId="{BE6678E7-1689-5D40-BB29-46061C90B08F}" srcOrd="0" destOrd="0" presId="urn:microsoft.com/office/officeart/2005/8/layout/vList6"/>
    <dgm:cxn modelId="{FB324B41-7E99-054C-882F-57EE69BCED85}" srcId="{E8E0BF60-0E61-D848-84DC-9EFC7AA719AB}" destId="{B929FCAB-F911-9744-9DAE-C0060D3B6C3F}" srcOrd="1" destOrd="0" parTransId="{1F7B112B-7E7D-EB4C-A0DC-3267A256F126}" sibTransId="{C4A5D005-FCFB-964A-93F0-381F87B710AE}"/>
    <dgm:cxn modelId="{EB98374B-E54E-C048-ABD3-E938923A6E5F}" type="presOf" srcId="{29DC04FD-2905-E642-A098-87881F87D0A9}" destId="{BE6678E7-1689-5D40-BB29-46061C90B08F}" srcOrd="0" destOrd="2" presId="urn:microsoft.com/office/officeart/2005/8/layout/vList6"/>
    <dgm:cxn modelId="{450E1250-6FE2-7942-9792-FD5432A6D945}" type="presOf" srcId="{C1046CD9-5AB2-744E-94EA-3F37A6DC5153}" destId="{A341F546-1D76-2A46-ACB0-1D97E653F88F}" srcOrd="0" destOrd="0" presId="urn:microsoft.com/office/officeart/2005/8/layout/vList6"/>
    <dgm:cxn modelId="{60562D59-E3A0-8244-967E-633B3A64090A}" srcId="{E8E0BF60-0E61-D848-84DC-9EFC7AA719AB}" destId="{29DC04FD-2905-E642-A098-87881F87D0A9}" srcOrd="2" destOrd="0" parTransId="{5054FBA8-0FB5-3844-A211-CB58ECC837D3}" sibTransId="{FE741B63-4D8B-4343-8E46-32B45C168D8C}"/>
    <dgm:cxn modelId="{295B3099-6B66-BD4B-A615-56265D125AA8}" type="presOf" srcId="{B929FCAB-F911-9744-9DAE-C0060D3B6C3F}" destId="{BE6678E7-1689-5D40-BB29-46061C90B08F}" srcOrd="0" destOrd="1" presId="urn:microsoft.com/office/officeart/2005/8/layout/vList6"/>
    <dgm:cxn modelId="{BC7C09BD-39BD-704D-B6F6-B5CA1573DE58}" srcId="{C1046CD9-5AB2-744E-94EA-3F37A6DC5153}" destId="{3412B20B-6A6B-E349-BB7E-BD4F41C93BC3}" srcOrd="0" destOrd="0" parTransId="{954D7368-20EB-5747-8C5F-6BDDEE646BE7}" sibTransId="{EB140031-9C35-F84C-B778-44EAE8590D9F}"/>
    <dgm:cxn modelId="{1254B1F0-68D0-DE46-9449-BD5C67BC1A08}" type="presOf" srcId="{5826F2AD-26C5-684C-8FF2-065F253CC8D6}" destId="{B1804EF5-A48C-B24E-B4EF-451829E19CBD}" srcOrd="0" destOrd="1" presId="urn:microsoft.com/office/officeart/2005/8/layout/vList6"/>
    <dgm:cxn modelId="{CE4F42F3-B3A4-0748-8F85-3C64D105BE1F}" srcId="{C1046CD9-5AB2-744E-94EA-3F37A6DC5153}" destId="{E8E0BF60-0E61-D848-84DC-9EFC7AA719AB}" srcOrd="1" destOrd="0" parTransId="{F3DAA7D0-7D9A-7B46-836A-A7780EBEB717}" sibTransId="{BBDBDB6D-D02D-BB46-AA7B-90016B4FCE8B}"/>
    <dgm:cxn modelId="{E7B6A0F6-5E45-6241-B531-9AC3E8C877E8}" type="presOf" srcId="{F148DBAD-996D-4E40-8ED6-B4A251A9517F}" destId="{B1804EF5-A48C-B24E-B4EF-451829E19CBD}" srcOrd="0" destOrd="0" presId="urn:microsoft.com/office/officeart/2005/8/layout/vList6"/>
    <dgm:cxn modelId="{E050A24C-F0DB-274E-9D30-5628C7D12940}" type="presParOf" srcId="{A341F546-1D76-2A46-ACB0-1D97E653F88F}" destId="{FDF53E7C-403B-3543-B44D-7CF83A6CF0C6}" srcOrd="0" destOrd="0" presId="urn:microsoft.com/office/officeart/2005/8/layout/vList6"/>
    <dgm:cxn modelId="{A1977DA1-05F5-CA4C-B971-086F2F5D952B}" type="presParOf" srcId="{FDF53E7C-403B-3543-B44D-7CF83A6CF0C6}" destId="{3FB4E5E3-90DC-1841-862A-E64776C751EC}" srcOrd="0" destOrd="0" presId="urn:microsoft.com/office/officeart/2005/8/layout/vList6"/>
    <dgm:cxn modelId="{08D8F268-6DF6-4D4E-950B-BF136CC2F651}" type="presParOf" srcId="{FDF53E7C-403B-3543-B44D-7CF83A6CF0C6}" destId="{B1804EF5-A48C-B24E-B4EF-451829E19CBD}" srcOrd="1" destOrd="0" presId="urn:microsoft.com/office/officeart/2005/8/layout/vList6"/>
    <dgm:cxn modelId="{29319FA8-04BD-5445-BB9C-0C2A506461AF}" type="presParOf" srcId="{A341F546-1D76-2A46-ACB0-1D97E653F88F}" destId="{1E3501E9-EB28-AD44-8D7E-6F883AB38647}" srcOrd="1" destOrd="0" presId="urn:microsoft.com/office/officeart/2005/8/layout/vList6"/>
    <dgm:cxn modelId="{D05EAED3-8919-C240-BB06-D4E9E57A1DE9}" type="presParOf" srcId="{A341F546-1D76-2A46-ACB0-1D97E653F88F}" destId="{FEF90275-7A6E-DA46-AEB8-66AC6539D4B5}" srcOrd="2" destOrd="0" presId="urn:microsoft.com/office/officeart/2005/8/layout/vList6"/>
    <dgm:cxn modelId="{EFAA5504-E530-924B-8655-2089EE28F726}" type="presParOf" srcId="{FEF90275-7A6E-DA46-AEB8-66AC6539D4B5}" destId="{EC53CE40-64B7-2141-B4D7-33AA0FFB069C}" srcOrd="0" destOrd="0" presId="urn:microsoft.com/office/officeart/2005/8/layout/vList6"/>
    <dgm:cxn modelId="{FA695077-3DAB-C445-8248-2D0A3CDD12A7}" type="presParOf" srcId="{FEF90275-7A6E-DA46-AEB8-66AC6539D4B5}" destId="{BE6678E7-1689-5D40-BB29-46061C90B08F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CFA7B6-9CA7-2E4B-BE1B-5BD210409963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4862212-B364-F34C-A729-597A196A552C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Jean-Claude BADOUX </a:t>
          </a:r>
        </a:p>
      </dgm:t>
    </dgm:pt>
    <dgm:pt modelId="{0F917945-61E0-F84C-911A-D0A5C62F2C7B}" type="parTrans" cxnId="{07E38FA3-E834-174F-9CED-2031CDF4DC16}">
      <dgm:prSet/>
      <dgm:spPr/>
      <dgm:t>
        <a:bodyPr/>
        <a:lstStyle/>
        <a:p>
          <a:endParaRPr lang="fr-FR"/>
        </a:p>
      </dgm:t>
    </dgm:pt>
    <dgm:pt modelId="{154388D8-D81A-5B4D-B08A-881BE41A83A7}" type="sibTrans" cxnId="{07E38FA3-E834-174F-9CED-2031CDF4DC16}">
      <dgm:prSet/>
      <dgm:spPr/>
      <dgm:t>
        <a:bodyPr/>
        <a:lstStyle/>
        <a:p>
          <a:endParaRPr lang="fr-FR"/>
        </a:p>
      </dgm:t>
    </dgm:pt>
    <dgm:pt modelId="{152A12F5-08E9-464A-B8A1-4766CC202CCF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Charly MAURER</a:t>
          </a:r>
        </a:p>
      </dgm:t>
    </dgm:pt>
    <dgm:pt modelId="{67E8EF02-9B03-6A4B-9EDA-FEA0D8786732}" type="parTrans" cxnId="{E297FDCC-B5BE-4A42-A2DC-EA340D7ED4AC}">
      <dgm:prSet/>
      <dgm:spPr/>
      <dgm:t>
        <a:bodyPr/>
        <a:lstStyle/>
        <a:p>
          <a:endParaRPr lang="fr-FR"/>
        </a:p>
      </dgm:t>
    </dgm:pt>
    <dgm:pt modelId="{DD662498-DFAD-474D-8F41-26B2D6A276A1}" type="sibTrans" cxnId="{E297FDCC-B5BE-4A42-A2DC-EA340D7ED4AC}">
      <dgm:prSet/>
      <dgm:spPr/>
      <dgm:t>
        <a:bodyPr/>
        <a:lstStyle/>
        <a:p>
          <a:endParaRPr lang="fr-FR"/>
        </a:p>
      </dgm:t>
    </dgm:pt>
    <dgm:pt modelId="{20FD4D9A-3AE6-5241-9381-95B2E78CF2AD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Haroun ZORRINO</a:t>
          </a:r>
        </a:p>
      </dgm:t>
    </dgm:pt>
    <dgm:pt modelId="{ADE788B2-0A4B-7645-82F8-72EC7453D99C}" type="parTrans" cxnId="{E03E39E1-C602-484F-98E6-A13A1BFAD2A4}">
      <dgm:prSet/>
      <dgm:spPr/>
      <dgm:t>
        <a:bodyPr/>
        <a:lstStyle/>
        <a:p>
          <a:endParaRPr lang="fr-FR"/>
        </a:p>
      </dgm:t>
    </dgm:pt>
    <dgm:pt modelId="{9778478C-113B-BA4D-B033-7328161AAB97}" type="sibTrans" cxnId="{E03E39E1-C602-484F-98E6-A13A1BFAD2A4}">
      <dgm:prSet/>
      <dgm:spPr/>
      <dgm:t>
        <a:bodyPr/>
        <a:lstStyle/>
        <a:p>
          <a:endParaRPr lang="fr-FR"/>
        </a:p>
      </dgm:t>
    </dgm:pt>
    <dgm:pt modelId="{ACFFF355-6502-F640-A1CE-96EB662F07C1}" type="pres">
      <dgm:prSet presAssocID="{97CFA7B6-9CA7-2E4B-BE1B-5BD210409963}" presName="rootnode" presStyleCnt="0">
        <dgm:presLayoutVars>
          <dgm:chMax/>
          <dgm:chPref/>
          <dgm:dir/>
          <dgm:animLvl val="lvl"/>
        </dgm:presLayoutVars>
      </dgm:prSet>
      <dgm:spPr/>
    </dgm:pt>
    <dgm:pt modelId="{4635C98E-F67E-844A-9663-8FBE27212981}" type="pres">
      <dgm:prSet presAssocID="{74862212-B364-F34C-A729-597A196A552C}" presName="composite" presStyleCnt="0"/>
      <dgm:spPr/>
    </dgm:pt>
    <dgm:pt modelId="{D613AC6B-21A8-0F48-873B-5AA80809F3D2}" type="pres">
      <dgm:prSet presAssocID="{74862212-B364-F34C-A729-597A196A552C}" presName="bentUpArrow1" presStyleLbl="alignImgPlace1" presStyleIdx="0" presStyleCnt="2"/>
      <dgm:spPr/>
    </dgm:pt>
    <dgm:pt modelId="{AC8B1FD3-6AB9-7D4C-94FB-BAB48CD2C74F}" type="pres">
      <dgm:prSet presAssocID="{74862212-B364-F34C-A729-597A196A552C}" presName="ParentText" presStyleLbl="node1" presStyleIdx="0" presStyleCnt="3" custScaleX="216187">
        <dgm:presLayoutVars>
          <dgm:chMax val="1"/>
          <dgm:chPref val="1"/>
          <dgm:bulletEnabled val="1"/>
        </dgm:presLayoutVars>
      </dgm:prSet>
      <dgm:spPr/>
    </dgm:pt>
    <dgm:pt modelId="{5872579C-E2B8-E047-A4BE-876B4CCD786A}" type="pres">
      <dgm:prSet presAssocID="{74862212-B364-F34C-A729-597A196A552C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EFBFC03-1D16-3B48-B90D-DE909FD211DD}" type="pres">
      <dgm:prSet presAssocID="{154388D8-D81A-5B4D-B08A-881BE41A83A7}" presName="sibTrans" presStyleCnt="0"/>
      <dgm:spPr/>
    </dgm:pt>
    <dgm:pt modelId="{A6701D9A-C056-6A45-ADB0-31A1CE1F6445}" type="pres">
      <dgm:prSet presAssocID="{152A12F5-08E9-464A-B8A1-4766CC202CCF}" presName="composite" presStyleCnt="0"/>
      <dgm:spPr/>
    </dgm:pt>
    <dgm:pt modelId="{FEBB8FC6-F049-AE48-9536-6FC5E3D80B03}" type="pres">
      <dgm:prSet presAssocID="{152A12F5-08E9-464A-B8A1-4766CC202CCF}" presName="bentUpArrow1" presStyleLbl="alignImgPlace1" presStyleIdx="1" presStyleCnt="2"/>
      <dgm:spPr/>
    </dgm:pt>
    <dgm:pt modelId="{8CFB074F-E54C-0048-A5BC-3CCD1C7809B6}" type="pres">
      <dgm:prSet presAssocID="{152A12F5-08E9-464A-B8A1-4766CC202CCF}" presName="ParentText" presStyleLbl="node1" presStyleIdx="1" presStyleCnt="3" custScaleX="224083">
        <dgm:presLayoutVars>
          <dgm:chMax val="1"/>
          <dgm:chPref val="1"/>
          <dgm:bulletEnabled val="1"/>
        </dgm:presLayoutVars>
      </dgm:prSet>
      <dgm:spPr/>
    </dgm:pt>
    <dgm:pt modelId="{60F6FCE2-E12F-9E46-9092-4F20F3BF1AEF}" type="pres">
      <dgm:prSet presAssocID="{152A12F5-08E9-464A-B8A1-4766CC202CCF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5CE4B9AC-FF2E-4A4D-AEF7-49218E250A95}" type="pres">
      <dgm:prSet presAssocID="{DD662498-DFAD-474D-8F41-26B2D6A276A1}" presName="sibTrans" presStyleCnt="0"/>
      <dgm:spPr/>
    </dgm:pt>
    <dgm:pt modelId="{8B10BAA7-072F-5049-B2BC-19BCEE2A4257}" type="pres">
      <dgm:prSet presAssocID="{20FD4D9A-3AE6-5241-9381-95B2E78CF2AD}" presName="composite" presStyleCnt="0"/>
      <dgm:spPr/>
    </dgm:pt>
    <dgm:pt modelId="{7A8A5FBF-1167-3B4B-9858-CFAD57B5C7D3}" type="pres">
      <dgm:prSet presAssocID="{20FD4D9A-3AE6-5241-9381-95B2E78CF2AD}" presName="ParentText" presStyleLbl="node1" presStyleIdx="2" presStyleCnt="3" custScaleX="259514">
        <dgm:presLayoutVars>
          <dgm:chMax val="1"/>
          <dgm:chPref val="1"/>
          <dgm:bulletEnabled val="1"/>
        </dgm:presLayoutVars>
      </dgm:prSet>
      <dgm:spPr/>
    </dgm:pt>
  </dgm:ptLst>
  <dgm:cxnLst>
    <dgm:cxn modelId="{3802C526-67E3-E847-939C-29A230501BD7}" type="presOf" srcId="{20FD4D9A-3AE6-5241-9381-95B2E78CF2AD}" destId="{7A8A5FBF-1167-3B4B-9858-CFAD57B5C7D3}" srcOrd="0" destOrd="0" presId="urn:microsoft.com/office/officeart/2005/8/layout/StepDownProcess"/>
    <dgm:cxn modelId="{D9852452-C754-4045-80D1-30669FD06DDC}" type="presOf" srcId="{74862212-B364-F34C-A729-597A196A552C}" destId="{AC8B1FD3-6AB9-7D4C-94FB-BAB48CD2C74F}" srcOrd="0" destOrd="0" presId="urn:microsoft.com/office/officeart/2005/8/layout/StepDownProcess"/>
    <dgm:cxn modelId="{07E38FA3-E834-174F-9CED-2031CDF4DC16}" srcId="{97CFA7B6-9CA7-2E4B-BE1B-5BD210409963}" destId="{74862212-B364-F34C-A729-597A196A552C}" srcOrd="0" destOrd="0" parTransId="{0F917945-61E0-F84C-911A-D0A5C62F2C7B}" sibTransId="{154388D8-D81A-5B4D-B08A-881BE41A83A7}"/>
    <dgm:cxn modelId="{E297DEC2-F930-834A-930A-2798953D332A}" type="presOf" srcId="{97CFA7B6-9CA7-2E4B-BE1B-5BD210409963}" destId="{ACFFF355-6502-F640-A1CE-96EB662F07C1}" srcOrd="0" destOrd="0" presId="urn:microsoft.com/office/officeart/2005/8/layout/StepDownProcess"/>
    <dgm:cxn modelId="{E297FDCC-B5BE-4A42-A2DC-EA340D7ED4AC}" srcId="{97CFA7B6-9CA7-2E4B-BE1B-5BD210409963}" destId="{152A12F5-08E9-464A-B8A1-4766CC202CCF}" srcOrd="1" destOrd="0" parTransId="{67E8EF02-9B03-6A4B-9EDA-FEA0D8786732}" sibTransId="{DD662498-DFAD-474D-8F41-26B2D6A276A1}"/>
    <dgm:cxn modelId="{E03E39E1-C602-484F-98E6-A13A1BFAD2A4}" srcId="{97CFA7B6-9CA7-2E4B-BE1B-5BD210409963}" destId="{20FD4D9A-3AE6-5241-9381-95B2E78CF2AD}" srcOrd="2" destOrd="0" parTransId="{ADE788B2-0A4B-7645-82F8-72EC7453D99C}" sibTransId="{9778478C-113B-BA4D-B033-7328161AAB97}"/>
    <dgm:cxn modelId="{965F94FC-CC7C-5745-B901-43E9AAD81433}" type="presOf" srcId="{152A12F5-08E9-464A-B8A1-4766CC202CCF}" destId="{8CFB074F-E54C-0048-A5BC-3CCD1C7809B6}" srcOrd="0" destOrd="0" presId="urn:microsoft.com/office/officeart/2005/8/layout/StepDownProcess"/>
    <dgm:cxn modelId="{A4C6F91A-C492-AA49-8913-2B40999E564A}" type="presParOf" srcId="{ACFFF355-6502-F640-A1CE-96EB662F07C1}" destId="{4635C98E-F67E-844A-9663-8FBE27212981}" srcOrd="0" destOrd="0" presId="urn:microsoft.com/office/officeart/2005/8/layout/StepDownProcess"/>
    <dgm:cxn modelId="{1EE59582-EE60-974F-909A-C0EF437AA10A}" type="presParOf" srcId="{4635C98E-F67E-844A-9663-8FBE27212981}" destId="{D613AC6B-21A8-0F48-873B-5AA80809F3D2}" srcOrd="0" destOrd="0" presId="urn:microsoft.com/office/officeart/2005/8/layout/StepDownProcess"/>
    <dgm:cxn modelId="{567B89E5-C490-6E4C-A775-B66FE7997A3A}" type="presParOf" srcId="{4635C98E-F67E-844A-9663-8FBE27212981}" destId="{AC8B1FD3-6AB9-7D4C-94FB-BAB48CD2C74F}" srcOrd="1" destOrd="0" presId="urn:microsoft.com/office/officeart/2005/8/layout/StepDownProcess"/>
    <dgm:cxn modelId="{095C039D-D6A2-EB42-8EAE-06D75449A363}" type="presParOf" srcId="{4635C98E-F67E-844A-9663-8FBE27212981}" destId="{5872579C-E2B8-E047-A4BE-876B4CCD786A}" srcOrd="2" destOrd="0" presId="urn:microsoft.com/office/officeart/2005/8/layout/StepDownProcess"/>
    <dgm:cxn modelId="{D5718CBD-641F-FA48-B3F7-46426E5ABC7B}" type="presParOf" srcId="{ACFFF355-6502-F640-A1CE-96EB662F07C1}" destId="{3EFBFC03-1D16-3B48-B90D-DE909FD211DD}" srcOrd="1" destOrd="0" presId="urn:microsoft.com/office/officeart/2005/8/layout/StepDownProcess"/>
    <dgm:cxn modelId="{E2F91B5F-A836-D74E-80E8-B6F3CCB1F40E}" type="presParOf" srcId="{ACFFF355-6502-F640-A1CE-96EB662F07C1}" destId="{A6701D9A-C056-6A45-ADB0-31A1CE1F6445}" srcOrd="2" destOrd="0" presId="urn:microsoft.com/office/officeart/2005/8/layout/StepDownProcess"/>
    <dgm:cxn modelId="{BE1C2B25-4AC0-B349-9FA9-C12A7D2CBCF5}" type="presParOf" srcId="{A6701D9A-C056-6A45-ADB0-31A1CE1F6445}" destId="{FEBB8FC6-F049-AE48-9536-6FC5E3D80B03}" srcOrd="0" destOrd="0" presId="urn:microsoft.com/office/officeart/2005/8/layout/StepDownProcess"/>
    <dgm:cxn modelId="{83EC1C4D-66B5-754E-BD92-A20BC1FFA2F0}" type="presParOf" srcId="{A6701D9A-C056-6A45-ADB0-31A1CE1F6445}" destId="{8CFB074F-E54C-0048-A5BC-3CCD1C7809B6}" srcOrd="1" destOrd="0" presId="urn:microsoft.com/office/officeart/2005/8/layout/StepDownProcess"/>
    <dgm:cxn modelId="{668EF207-477B-5948-88AF-937B5E6C9395}" type="presParOf" srcId="{A6701D9A-C056-6A45-ADB0-31A1CE1F6445}" destId="{60F6FCE2-E12F-9E46-9092-4F20F3BF1AEF}" srcOrd="2" destOrd="0" presId="urn:microsoft.com/office/officeart/2005/8/layout/StepDownProcess"/>
    <dgm:cxn modelId="{5D10AC3B-DBC3-654E-BB77-265E23FDE778}" type="presParOf" srcId="{ACFFF355-6502-F640-A1CE-96EB662F07C1}" destId="{5CE4B9AC-FF2E-4A4D-AEF7-49218E250A95}" srcOrd="3" destOrd="0" presId="urn:microsoft.com/office/officeart/2005/8/layout/StepDownProcess"/>
    <dgm:cxn modelId="{A2410F54-5F64-584C-A5D5-60D4C96D8396}" type="presParOf" srcId="{ACFFF355-6502-F640-A1CE-96EB662F07C1}" destId="{8B10BAA7-072F-5049-B2BC-19BCEE2A4257}" srcOrd="4" destOrd="0" presId="urn:microsoft.com/office/officeart/2005/8/layout/StepDownProcess"/>
    <dgm:cxn modelId="{DF0CF75D-2A30-6442-A133-D72C5E17CD13}" type="presParOf" srcId="{8B10BAA7-072F-5049-B2BC-19BCEE2A4257}" destId="{7A8A5FBF-1167-3B4B-9858-CFAD57B5C7D3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5953C8-EFD3-A342-8A91-BFFC510CA482}" type="doc">
      <dgm:prSet loTypeId="urn:microsoft.com/office/officeart/2005/8/layout/vList3" loCatId="" qsTypeId="urn:microsoft.com/office/officeart/2005/8/quickstyle/simple1" qsCatId="simple" csTypeId="urn:microsoft.com/office/officeart/2005/8/colors/accent1_2" csCatId="accent1" phldr="1"/>
      <dgm:spPr/>
    </dgm:pt>
    <dgm:pt modelId="{DC93997E-EA6D-EA40-9ADA-C5A8798B87D8}">
      <dgm:prSet phldrT="[Texte]"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Geneviève PILLET </a:t>
          </a:r>
          <a:endParaRPr lang="fr-FR" sz="4000" dirty="0"/>
        </a:p>
      </dgm:t>
    </dgm:pt>
    <dgm:pt modelId="{16ED079E-5EE9-6B40-9842-FC8B5E7A667B}" type="parTrans" cxnId="{730D79E0-3A3D-0C47-8ABB-6865C25448D0}">
      <dgm:prSet/>
      <dgm:spPr/>
      <dgm:t>
        <a:bodyPr/>
        <a:lstStyle/>
        <a:p>
          <a:endParaRPr lang="fr-FR"/>
        </a:p>
      </dgm:t>
    </dgm:pt>
    <dgm:pt modelId="{1D89BC88-A014-D948-8432-31B211F900D8}" type="sibTrans" cxnId="{730D79E0-3A3D-0C47-8ABB-6865C25448D0}">
      <dgm:prSet/>
      <dgm:spPr/>
      <dgm:t>
        <a:bodyPr/>
        <a:lstStyle/>
        <a:p>
          <a:endParaRPr lang="fr-FR"/>
        </a:p>
      </dgm:t>
    </dgm:pt>
    <dgm:pt modelId="{EA4DF1A8-AA40-7845-A1CE-4BCEE08A6866}">
      <dgm:prSet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Charly MAURER </a:t>
          </a:r>
        </a:p>
      </dgm:t>
    </dgm:pt>
    <dgm:pt modelId="{B740052A-101A-9046-808F-39586E8705CF}" type="parTrans" cxnId="{EFFA6E82-BA3A-4A4B-AAD8-A9D9AE1C9E68}">
      <dgm:prSet/>
      <dgm:spPr/>
      <dgm:t>
        <a:bodyPr/>
        <a:lstStyle/>
        <a:p>
          <a:endParaRPr lang="fr-FR"/>
        </a:p>
      </dgm:t>
    </dgm:pt>
    <dgm:pt modelId="{FD0180C3-DD2B-FD42-9412-9C04822F6915}" type="sibTrans" cxnId="{EFFA6E82-BA3A-4A4B-AAD8-A9D9AE1C9E68}">
      <dgm:prSet/>
      <dgm:spPr/>
      <dgm:t>
        <a:bodyPr/>
        <a:lstStyle/>
        <a:p>
          <a:endParaRPr lang="fr-FR"/>
        </a:p>
      </dgm:t>
    </dgm:pt>
    <dgm:pt modelId="{DB3F1F77-52BF-4A43-B1D1-F4DD321BBF06}">
      <dgm:prSet custT="1"/>
      <dgm:spPr/>
      <dgm:t>
        <a:bodyPr/>
        <a:lstStyle/>
        <a:p>
          <a:r>
            <a:rPr lang="fr-FR" sz="4000" b="1" i="0" dirty="0">
              <a:solidFill>
                <a:prstClr val="white"/>
              </a:solidFill>
              <a:latin typeface="Arial Black" panose="020B0604020202020204" pitchFamily="34" charset="0"/>
              <a:ea typeface="+mn-ea"/>
              <a:cs typeface="Arial Black" panose="020B0604020202020204" pitchFamily="34" charset="0"/>
            </a:rPr>
            <a:t>Anne-Françoise GIOVANNONI </a:t>
          </a:r>
        </a:p>
      </dgm:t>
    </dgm:pt>
    <dgm:pt modelId="{65256142-7859-E840-9A08-2B40A757A9D3}" type="parTrans" cxnId="{9F89892E-026E-D648-A5E2-743E574B678F}">
      <dgm:prSet/>
      <dgm:spPr/>
      <dgm:t>
        <a:bodyPr/>
        <a:lstStyle/>
        <a:p>
          <a:endParaRPr lang="fr-FR"/>
        </a:p>
      </dgm:t>
    </dgm:pt>
    <dgm:pt modelId="{DA0AFC6A-4567-D84A-9651-F89EEC96E7AA}" type="sibTrans" cxnId="{9F89892E-026E-D648-A5E2-743E574B678F}">
      <dgm:prSet/>
      <dgm:spPr/>
      <dgm:t>
        <a:bodyPr/>
        <a:lstStyle/>
        <a:p>
          <a:endParaRPr lang="fr-FR"/>
        </a:p>
      </dgm:t>
    </dgm:pt>
    <dgm:pt modelId="{B837476F-6D06-F341-918D-2E7AD4F03230}">
      <dgm:prSet custT="1"/>
      <dgm:spPr/>
      <dgm:t>
        <a:bodyPr/>
        <a:lstStyle/>
        <a:p>
          <a:r>
            <a:rPr lang="fr-FR" sz="4000" b="1" i="0" dirty="0">
              <a:solidFill>
                <a:prstClr val="white"/>
              </a:solidFill>
              <a:latin typeface="Arial Black" panose="020B0604020202020204" pitchFamily="34" charset="0"/>
              <a:ea typeface="+mn-ea"/>
              <a:cs typeface="Arial Black" panose="020B0604020202020204" pitchFamily="34" charset="0"/>
            </a:rPr>
            <a:t>Jean-Paul MBATNA </a:t>
          </a:r>
        </a:p>
      </dgm:t>
    </dgm:pt>
    <dgm:pt modelId="{2B700FCD-8301-0F41-ABE1-8CB70914A33F}" type="sibTrans" cxnId="{0FFC3DCF-6AB9-304B-9B8C-A6DF9710D77C}">
      <dgm:prSet/>
      <dgm:spPr/>
      <dgm:t>
        <a:bodyPr/>
        <a:lstStyle/>
        <a:p>
          <a:endParaRPr lang="fr-FR"/>
        </a:p>
      </dgm:t>
    </dgm:pt>
    <dgm:pt modelId="{7C810352-4345-7947-9AFC-192F009EC841}" type="parTrans" cxnId="{0FFC3DCF-6AB9-304B-9B8C-A6DF9710D77C}">
      <dgm:prSet/>
      <dgm:spPr/>
      <dgm:t>
        <a:bodyPr/>
        <a:lstStyle/>
        <a:p>
          <a:endParaRPr lang="fr-FR"/>
        </a:p>
      </dgm:t>
    </dgm:pt>
    <dgm:pt modelId="{07DCE9FF-FA78-DC43-A0F3-CDC7A602AB55}">
      <dgm:prSet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Haroun ZORRINO </a:t>
          </a:r>
        </a:p>
      </dgm:t>
    </dgm:pt>
    <dgm:pt modelId="{1F6BB9A3-39E9-F34D-A407-40BD3CD078B2}" type="sibTrans" cxnId="{8319E0B5-373D-4449-9EB3-A83E12F57CA6}">
      <dgm:prSet/>
      <dgm:spPr/>
      <dgm:t>
        <a:bodyPr/>
        <a:lstStyle/>
        <a:p>
          <a:endParaRPr lang="fr-FR"/>
        </a:p>
      </dgm:t>
    </dgm:pt>
    <dgm:pt modelId="{5A7CB579-B4CB-AD46-B2F9-05B21ABC05A6}" type="parTrans" cxnId="{8319E0B5-373D-4449-9EB3-A83E12F57CA6}">
      <dgm:prSet/>
      <dgm:spPr/>
      <dgm:t>
        <a:bodyPr/>
        <a:lstStyle/>
        <a:p>
          <a:endParaRPr lang="fr-FR"/>
        </a:p>
      </dgm:t>
    </dgm:pt>
    <dgm:pt modelId="{3493F719-B31D-ED41-A5A8-946109536841}" type="pres">
      <dgm:prSet presAssocID="{055953C8-EFD3-A342-8A91-BFFC510CA482}" presName="linearFlow" presStyleCnt="0">
        <dgm:presLayoutVars>
          <dgm:dir/>
          <dgm:resizeHandles val="exact"/>
        </dgm:presLayoutVars>
      </dgm:prSet>
      <dgm:spPr/>
    </dgm:pt>
    <dgm:pt modelId="{B6C34C6E-E68E-584D-9256-580B169FC0F8}" type="pres">
      <dgm:prSet presAssocID="{DC93997E-EA6D-EA40-9ADA-C5A8798B87D8}" presName="composite" presStyleCnt="0"/>
      <dgm:spPr/>
    </dgm:pt>
    <dgm:pt modelId="{E18F9A6E-8058-2843-9CF6-C4DECF5999AF}" type="pres">
      <dgm:prSet presAssocID="{DC93997E-EA6D-EA40-9ADA-C5A8798B87D8}" presName="imgShp" presStyleLbl="fgImgPlace1" presStyleIdx="0" presStyleCnt="5" custLinFactX="-236153" custLinFactNeighborX="-300000" custLinFactNeighborY="5133"/>
      <dgm:spPr/>
    </dgm:pt>
    <dgm:pt modelId="{C64017DF-2801-CF41-99DA-8648D226756E}" type="pres">
      <dgm:prSet presAssocID="{DC93997E-EA6D-EA40-9ADA-C5A8798B87D8}" presName="txShp" presStyleLbl="node1" presStyleIdx="0" presStyleCnt="5" custScaleX="150376" custScaleY="133822">
        <dgm:presLayoutVars>
          <dgm:bulletEnabled val="1"/>
        </dgm:presLayoutVars>
      </dgm:prSet>
      <dgm:spPr/>
    </dgm:pt>
    <dgm:pt modelId="{C64EFAC1-040C-0041-AD6B-E25F0928B6C1}" type="pres">
      <dgm:prSet presAssocID="{1D89BC88-A014-D948-8432-31B211F900D8}" presName="spacing" presStyleCnt="0"/>
      <dgm:spPr/>
    </dgm:pt>
    <dgm:pt modelId="{9166ADCE-6A18-784F-859B-18C21C3E90B1}" type="pres">
      <dgm:prSet presAssocID="{EA4DF1A8-AA40-7845-A1CE-4BCEE08A6866}" presName="composite" presStyleCnt="0"/>
      <dgm:spPr/>
    </dgm:pt>
    <dgm:pt modelId="{E05A13D0-4F44-6643-81EC-FEFD771A6DC1}" type="pres">
      <dgm:prSet presAssocID="{EA4DF1A8-AA40-7845-A1CE-4BCEE08A6866}" presName="imgShp" presStyleLbl="fgImgPlace1" presStyleIdx="1" presStyleCnt="5" custLinFactX="-241314" custLinFactNeighborX="-300000"/>
      <dgm:spPr/>
    </dgm:pt>
    <dgm:pt modelId="{71EFF62F-02EE-9047-AE72-FEDF053D8A7F}" type="pres">
      <dgm:prSet presAssocID="{EA4DF1A8-AA40-7845-A1CE-4BCEE08A6866}" presName="txShp" presStyleLbl="node1" presStyleIdx="1" presStyleCnt="5" custScaleX="149500" custScaleY="111434" custLinFactNeighborX="788" custLinFactNeighborY="-4291">
        <dgm:presLayoutVars>
          <dgm:bulletEnabled val="1"/>
        </dgm:presLayoutVars>
      </dgm:prSet>
      <dgm:spPr/>
    </dgm:pt>
    <dgm:pt modelId="{271D727A-019B-3649-8BCE-1129859540A1}" type="pres">
      <dgm:prSet presAssocID="{FD0180C3-DD2B-FD42-9412-9C04822F6915}" presName="spacing" presStyleCnt="0"/>
      <dgm:spPr/>
    </dgm:pt>
    <dgm:pt modelId="{A0891836-643E-D246-A705-8EDC4D344295}" type="pres">
      <dgm:prSet presAssocID="{DB3F1F77-52BF-4A43-B1D1-F4DD321BBF06}" presName="composite" presStyleCnt="0"/>
      <dgm:spPr/>
    </dgm:pt>
    <dgm:pt modelId="{E9B003F6-CF2A-BD46-94CB-7D2B10DB4B5F}" type="pres">
      <dgm:prSet presAssocID="{DB3F1F77-52BF-4A43-B1D1-F4DD321BBF06}" presName="imgShp" presStyleLbl="fgImgPlace1" presStyleIdx="2" presStyleCnt="5" custLinFactX="-236153" custLinFactNeighborX="-300000"/>
      <dgm:spPr/>
    </dgm:pt>
    <dgm:pt modelId="{3422A5D1-C785-B14E-B3CB-1EEBF7B54BC3}" type="pres">
      <dgm:prSet presAssocID="{DB3F1F77-52BF-4A43-B1D1-F4DD321BBF06}" presName="txShp" presStyleLbl="node1" presStyleIdx="2" presStyleCnt="5" custScaleX="150376" custScaleY="145909" custLinFactNeighborX="23975" custLinFactNeighborY="4611">
        <dgm:presLayoutVars>
          <dgm:bulletEnabled val="1"/>
        </dgm:presLayoutVars>
      </dgm:prSet>
      <dgm:spPr/>
    </dgm:pt>
    <dgm:pt modelId="{3C8C4693-8647-2C4F-B811-0B841F1D7BFD}" type="pres">
      <dgm:prSet presAssocID="{DA0AFC6A-4567-D84A-9651-F89EEC96E7AA}" presName="spacing" presStyleCnt="0"/>
      <dgm:spPr/>
    </dgm:pt>
    <dgm:pt modelId="{F224FFDF-1A13-EA44-9492-D0BB32CC3DF3}" type="pres">
      <dgm:prSet presAssocID="{B837476F-6D06-F341-918D-2E7AD4F03230}" presName="composite" presStyleCnt="0"/>
      <dgm:spPr/>
    </dgm:pt>
    <dgm:pt modelId="{9B308DE4-31D0-C64E-A027-753EC210C6A2}" type="pres">
      <dgm:prSet presAssocID="{B837476F-6D06-F341-918D-2E7AD4F03230}" presName="imgShp" presStyleLbl="fgImgPlace1" presStyleIdx="3" presStyleCnt="5" custLinFactX="-236153" custLinFactNeighborX="-300000"/>
      <dgm:spPr/>
    </dgm:pt>
    <dgm:pt modelId="{36D62FE8-9BD7-3748-BAB8-902168D77E63}" type="pres">
      <dgm:prSet presAssocID="{B837476F-6D06-F341-918D-2E7AD4F03230}" presName="txShp" presStyleLbl="node1" presStyleIdx="3" presStyleCnt="5" custScaleX="150376" custScaleY="117224">
        <dgm:presLayoutVars>
          <dgm:bulletEnabled val="1"/>
        </dgm:presLayoutVars>
      </dgm:prSet>
      <dgm:spPr/>
    </dgm:pt>
    <dgm:pt modelId="{C463251A-5C9B-5342-B8EF-BAEDDF9A76F0}" type="pres">
      <dgm:prSet presAssocID="{2B700FCD-8301-0F41-ABE1-8CB70914A33F}" presName="spacing" presStyleCnt="0"/>
      <dgm:spPr/>
    </dgm:pt>
    <dgm:pt modelId="{F821DD86-0310-3C45-B21F-170C64FB7404}" type="pres">
      <dgm:prSet presAssocID="{07DCE9FF-FA78-DC43-A0F3-CDC7A602AB55}" presName="composite" presStyleCnt="0"/>
      <dgm:spPr/>
    </dgm:pt>
    <dgm:pt modelId="{7881E720-9940-9D4E-A348-53257448A03A}" type="pres">
      <dgm:prSet presAssocID="{07DCE9FF-FA78-DC43-A0F3-CDC7A602AB55}" presName="imgShp" presStyleLbl="fgImgPlace1" presStyleIdx="4" presStyleCnt="5" custLinFactX="-236153" custLinFactNeighborX="-300000"/>
      <dgm:spPr/>
    </dgm:pt>
    <dgm:pt modelId="{B92E89CA-DAAF-6E47-888B-5EC75AFF8878}" type="pres">
      <dgm:prSet presAssocID="{07DCE9FF-FA78-DC43-A0F3-CDC7A602AB55}" presName="txShp" presStyleLbl="node1" presStyleIdx="4" presStyleCnt="5" custScaleX="148122" custScaleY="117844" custLinFactNeighborX="448">
        <dgm:presLayoutVars>
          <dgm:bulletEnabled val="1"/>
        </dgm:presLayoutVars>
      </dgm:prSet>
      <dgm:spPr/>
    </dgm:pt>
  </dgm:ptLst>
  <dgm:cxnLst>
    <dgm:cxn modelId="{9BA9EF17-2C09-0244-880C-1CAD945C0A82}" type="presOf" srcId="{DC93997E-EA6D-EA40-9ADA-C5A8798B87D8}" destId="{C64017DF-2801-CF41-99DA-8648D226756E}" srcOrd="0" destOrd="0" presId="urn:microsoft.com/office/officeart/2005/8/layout/vList3"/>
    <dgm:cxn modelId="{6203982D-6A68-2843-A9EC-3AAB7EB0E094}" type="presOf" srcId="{07DCE9FF-FA78-DC43-A0F3-CDC7A602AB55}" destId="{B92E89CA-DAAF-6E47-888B-5EC75AFF8878}" srcOrd="0" destOrd="0" presId="urn:microsoft.com/office/officeart/2005/8/layout/vList3"/>
    <dgm:cxn modelId="{9F89892E-026E-D648-A5E2-743E574B678F}" srcId="{055953C8-EFD3-A342-8A91-BFFC510CA482}" destId="{DB3F1F77-52BF-4A43-B1D1-F4DD321BBF06}" srcOrd="2" destOrd="0" parTransId="{65256142-7859-E840-9A08-2B40A757A9D3}" sibTransId="{DA0AFC6A-4567-D84A-9651-F89EEC96E7AA}"/>
    <dgm:cxn modelId="{FC16066F-9FA9-1F4C-BDB6-2A339588C110}" type="presOf" srcId="{DB3F1F77-52BF-4A43-B1D1-F4DD321BBF06}" destId="{3422A5D1-C785-B14E-B3CB-1EEBF7B54BC3}" srcOrd="0" destOrd="0" presId="urn:microsoft.com/office/officeart/2005/8/layout/vList3"/>
    <dgm:cxn modelId="{51C83182-856A-724F-B9A9-40147833163E}" type="presOf" srcId="{EA4DF1A8-AA40-7845-A1CE-4BCEE08A6866}" destId="{71EFF62F-02EE-9047-AE72-FEDF053D8A7F}" srcOrd="0" destOrd="0" presId="urn:microsoft.com/office/officeart/2005/8/layout/vList3"/>
    <dgm:cxn modelId="{EFFA6E82-BA3A-4A4B-AAD8-A9D9AE1C9E68}" srcId="{055953C8-EFD3-A342-8A91-BFFC510CA482}" destId="{EA4DF1A8-AA40-7845-A1CE-4BCEE08A6866}" srcOrd="1" destOrd="0" parTransId="{B740052A-101A-9046-808F-39586E8705CF}" sibTransId="{FD0180C3-DD2B-FD42-9412-9C04822F6915}"/>
    <dgm:cxn modelId="{BBC4269E-D11C-2248-B31A-747FFEA762D4}" type="presOf" srcId="{B837476F-6D06-F341-918D-2E7AD4F03230}" destId="{36D62FE8-9BD7-3748-BAB8-902168D77E63}" srcOrd="0" destOrd="0" presId="urn:microsoft.com/office/officeart/2005/8/layout/vList3"/>
    <dgm:cxn modelId="{8319E0B5-373D-4449-9EB3-A83E12F57CA6}" srcId="{055953C8-EFD3-A342-8A91-BFFC510CA482}" destId="{07DCE9FF-FA78-DC43-A0F3-CDC7A602AB55}" srcOrd="4" destOrd="0" parTransId="{5A7CB579-B4CB-AD46-B2F9-05B21ABC05A6}" sibTransId="{1F6BB9A3-39E9-F34D-A407-40BD3CD078B2}"/>
    <dgm:cxn modelId="{E075A6C2-20D5-9342-B135-58ABF834BAB2}" type="presOf" srcId="{055953C8-EFD3-A342-8A91-BFFC510CA482}" destId="{3493F719-B31D-ED41-A5A8-946109536841}" srcOrd="0" destOrd="0" presId="urn:microsoft.com/office/officeart/2005/8/layout/vList3"/>
    <dgm:cxn modelId="{0FFC3DCF-6AB9-304B-9B8C-A6DF9710D77C}" srcId="{055953C8-EFD3-A342-8A91-BFFC510CA482}" destId="{B837476F-6D06-F341-918D-2E7AD4F03230}" srcOrd="3" destOrd="0" parTransId="{7C810352-4345-7947-9AFC-192F009EC841}" sibTransId="{2B700FCD-8301-0F41-ABE1-8CB70914A33F}"/>
    <dgm:cxn modelId="{730D79E0-3A3D-0C47-8ABB-6865C25448D0}" srcId="{055953C8-EFD3-A342-8A91-BFFC510CA482}" destId="{DC93997E-EA6D-EA40-9ADA-C5A8798B87D8}" srcOrd="0" destOrd="0" parTransId="{16ED079E-5EE9-6B40-9842-FC8B5E7A667B}" sibTransId="{1D89BC88-A014-D948-8432-31B211F900D8}"/>
    <dgm:cxn modelId="{93701ED0-E937-DB49-896A-9B659BEA4ACB}" type="presParOf" srcId="{3493F719-B31D-ED41-A5A8-946109536841}" destId="{B6C34C6E-E68E-584D-9256-580B169FC0F8}" srcOrd="0" destOrd="0" presId="urn:microsoft.com/office/officeart/2005/8/layout/vList3"/>
    <dgm:cxn modelId="{BCF54ED6-DE78-A24C-8175-C22457DC2C01}" type="presParOf" srcId="{B6C34C6E-E68E-584D-9256-580B169FC0F8}" destId="{E18F9A6E-8058-2843-9CF6-C4DECF5999AF}" srcOrd="0" destOrd="0" presId="urn:microsoft.com/office/officeart/2005/8/layout/vList3"/>
    <dgm:cxn modelId="{F46413D9-95E1-C440-B096-ABE9C2181D97}" type="presParOf" srcId="{B6C34C6E-E68E-584D-9256-580B169FC0F8}" destId="{C64017DF-2801-CF41-99DA-8648D226756E}" srcOrd="1" destOrd="0" presId="urn:microsoft.com/office/officeart/2005/8/layout/vList3"/>
    <dgm:cxn modelId="{AEEDEDCF-81B6-A444-9AFA-43710B14F5CF}" type="presParOf" srcId="{3493F719-B31D-ED41-A5A8-946109536841}" destId="{C64EFAC1-040C-0041-AD6B-E25F0928B6C1}" srcOrd="1" destOrd="0" presId="urn:microsoft.com/office/officeart/2005/8/layout/vList3"/>
    <dgm:cxn modelId="{2282503D-3A16-EB4C-98F8-8E6328BB1710}" type="presParOf" srcId="{3493F719-B31D-ED41-A5A8-946109536841}" destId="{9166ADCE-6A18-784F-859B-18C21C3E90B1}" srcOrd="2" destOrd="0" presId="urn:microsoft.com/office/officeart/2005/8/layout/vList3"/>
    <dgm:cxn modelId="{9B6521EF-4216-D74D-A30E-790FE78516E0}" type="presParOf" srcId="{9166ADCE-6A18-784F-859B-18C21C3E90B1}" destId="{E05A13D0-4F44-6643-81EC-FEFD771A6DC1}" srcOrd="0" destOrd="0" presId="urn:microsoft.com/office/officeart/2005/8/layout/vList3"/>
    <dgm:cxn modelId="{5113046B-3C3E-6345-9E4B-D24DDBE7437B}" type="presParOf" srcId="{9166ADCE-6A18-784F-859B-18C21C3E90B1}" destId="{71EFF62F-02EE-9047-AE72-FEDF053D8A7F}" srcOrd="1" destOrd="0" presId="urn:microsoft.com/office/officeart/2005/8/layout/vList3"/>
    <dgm:cxn modelId="{1F28FD46-9F53-D340-9812-A33AFDD41177}" type="presParOf" srcId="{3493F719-B31D-ED41-A5A8-946109536841}" destId="{271D727A-019B-3649-8BCE-1129859540A1}" srcOrd="3" destOrd="0" presId="urn:microsoft.com/office/officeart/2005/8/layout/vList3"/>
    <dgm:cxn modelId="{AE66D3FE-90C4-DE4C-8E95-6621D84AB96C}" type="presParOf" srcId="{3493F719-B31D-ED41-A5A8-946109536841}" destId="{A0891836-643E-D246-A705-8EDC4D344295}" srcOrd="4" destOrd="0" presId="urn:microsoft.com/office/officeart/2005/8/layout/vList3"/>
    <dgm:cxn modelId="{37D7F2DB-50C1-094D-A3E5-9C84BD0C152D}" type="presParOf" srcId="{A0891836-643E-D246-A705-8EDC4D344295}" destId="{E9B003F6-CF2A-BD46-94CB-7D2B10DB4B5F}" srcOrd="0" destOrd="0" presId="urn:microsoft.com/office/officeart/2005/8/layout/vList3"/>
    <dgm:cxn modelId="{5A7955D4-A399-5644-86A7-42F93F83D9DA}" type="presParOf" srcId="{A0891836-643E-D246-A705-8EDC4D344295}" destId="{3422A5D1-C785-B14E-B3CB-1EEBF7B54BC3}" srcOrd="1" destOrd="0" presId="urn:microsoft.com/office/officeart/2005/8/layout/vList3"/>
    <dgm:cxn modelId="{245A7EDC-5605-0E4D-AA5A-0B0C845B1830}" type="presParOf" srcId="{3493F719-B31D-ED41-A5A8-946109536841}" destId="{3C8C4693-8647-2C4F-B811-0B841F1D7BFD}" srcOrd="5" destOrd="0" presId="urn:microsoft.com/office/officeart/2005/8/layout/vList3"/>
    <dgm:cxn modelId="{CBEEF14C-E6F7-8B4C-8613-CD3884E27868}" type="presParOf" srcId="{3493F719-B31D-ED41-A5A8-946109536841}" destId="{F224FFDF-1A13-EA44-9492-D0BB32CC3DF3}" srcOrd="6" destOrd="0" presId="urn:microsoft.com/office/officeart/2005/8/layout/vList3"/>
    <dgm:cxn modelId="{5635D3AE-8783-9843-A4D5-682923CCFF89}" type="presParOf" srcId="{F224FFDF-1A13-EA44-9492-D0BB32CC3DF3}" destId="{9B308DE4-31D0-C64E-A027-753EC210C6A2}" srcOrd="0" destOrd="0" presId="urn:microsoft.com/office/officeart/2005/8/layout/vList3"/>
    <dgm:cxn modelId="{3AC5A76D-E846-F141-85F5-8E0A9DF8B386}" type="presParOf" srcId="{F224FFDF-1A13-EA44-9492-D0BB32CC3DF3}" destId="{36D62FE8-9BD7-3748-BAB8-902168D77E63}" srcOrd="1" destOrd="0" presId="urn:microsoft.com/office/officeart/2005/8/layout/vList3"/>
    <dgm:cxn modelId="{2A05C2D5-0B21-3E45-92F5-A0687433159F}" type="presParOf" srcId="{3493F719-B31D-ED41-A5A8-946109536841}" destId="{C463251A-5C9B-5342-B8EF-BAEDDF9A76F0}" srcOrd="7" destOrd="0" presId="urn:microsoft.com/office/officeart/2005/8/layout/vList3"/>
    <dgm:cxn modelId="{07B8D699-5E20-1F43-85B8-BAF87ABF8EFD}" type="presParOf" srcId="{3493F719-B31D-ED41-A5A8-946109536841}" destId="{F821DD86-0310-3C45-B21F-170C64FB7404}" srcOrd="8" destOrd="0" presId="urn:microsoft.com/office/officeart/2005/8/layout/vList3"/>
    <dgm:cxn modelId="{56E1D69C-E51D-4346-A479-0D532E76AF67}" type="presParOf" srcId="{F821DD86-0310-3C45-B21F-170C64FB7404}" destId="{7881E720-9940-9D4E-A348-53257448A03A}" srcOrd="0" destOrd="0" presId="urn:microsoft.com/office/officeart/2005/8/layout/vList3"/>
    <dgm:cxn modelId="{9599D49E-499F-6D4F-93E8-D1B45F544C68}" type="presParOf" srcId="{F821DD86-0310-3C45-B21F-170C64FB7404}" destId="{B92E89CA-DAAF-6E47-888B-5EC75AFF887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0FEA1D-1ABC-A649-BA32-A7D36B3E9CF0}" type="doc">
      <dgm:prSet loTypeId="urn:microsoft.com/office/officeart/2005/8/layout/vList3" loCatId="" qsTypeId="urn:microsoft.com/office/officeart/2005/8/quickstyle/simple1" qsCatId="simple" csTypeId="urn:microsoft.com/office/officeart/2005/8/colors/accent1_2" csCatId="accent1" phldr="1"/>
      <dgm:spPr/>
    </dgm:pt>
    <dgm:pt modelId="{62790E3F-97AD-F94E-AF54-481AF32B4CD9}">
      <dgm:prSet phldrT="[Texte]"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Remy M’BATNA</a:t>
          </a:r>
        </a:p>
      </dgm:t>
    </dgm:pt>
    <dgm:pt modelId="{5FADD58C-9324-F048-8DD5-D90E244F7707}" type="parTrans" cxnId="{6747854B-8972-CD4C-A25C-090E60212B8B}">
      <dgm:prSet/>
      <dgm:spPr/>
      <dgm:t>
        <a:bodyPr/>
        <a:lstStyle/>
        <a:p>
          <a:endParaRPr lang="fr-FR"/>
        </a:p>
      </dgm:t>
    </dgm:pt>
    <dgm:pt modelId="{BFD14CF3-6789-274F-8566-9B0F197F8A15}" type="sibTrans" cxnId="{6747854B-8972-CD4C-A25C-090E60212B8B}">
      <dgm:prSet/>
      <dgm:spPr/>
      <dgm:t>
        <a:bodyPr/>
        <a:lstStyle/>
        <a:p>
          <a:endParaRPr lang="fr-FR"/>
        </a:p>
      </dgm:t>
    </dgm:pt>
    <dgm:pt modelId="{CC1F76AB-EEE7-164C-86BD-929A95109687}">
      <dgm:prSet phldrT="[Texte]"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BUREAU Nestor</a:t>
          </a:r>
        </a:p>
      </dgm:t>
    </dgm:pt>
    <dgm:pt modelId="{14BEBA6C-5E3C-1B43-A34D-4C16E990AF44}" type="parTrans" cxnId="{8A418CE0-F7E2-BA4F-BC32-BE084736A185}">
      <dgm:prSet/>
      <dgm:spPr/>
      <dgm:t>
        <a:bodyPr/>
        <a:lstStyle/>
        <a:p>
          <a:endParaRPr lang="fr-FR"/>
        </a:p>
      </dgm:t>
    </dgm:pt>
    <dgm:pt modelId="{EA49E6AA-199D-8E4C-8871-7B3686D4E420}" type="sibTrans" cxnId="{8A418CE0-F7E2-BA4F-BC32-BE084736A185}">
      <dgm:prSet/>
      <dgm:spPr/>
      <dgm:t>
        <a:bodyPr/>
        <a:lstStyle/>
        <a:p>
          <a:endParaRPr lang="fr-FR"/>
        </a:p>
      </dgm:t>
    </dgm:pt>
    <dgm:pt modelId="{44333FA1-CA9E-BC4C-840D-61E4AB23A787}">
      <dgm:prSet phldrT="[Texte]"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NDAK-MISSOU DJAORO Narcisse</a:t>
          </a:r>
        </a:p>
      </dgm:t>
    </dgm:pt>
    <dgm:pt modelId="{9EDD4AD2-F49F-354A-AF9B-875B05CF5BA5}" type="parTrans" cxnId="{D7EE4C8B-D5AC-CB46-9859-F9C2D837DD43}">
      <dgm:prSet/>
      <dgm:spPr/>
      <dgm:t>
        <a:bodyPr/>
        <a:lstStyle/>
        <a:p>
          <a:endParaRPr lang="fr-FR"/>
        </a:p>
      </dgm:t>
    </dgm:pt>
    <dgm:pt modelId="{11C69EBA-F18F-054F-BE5C-3B5CACA43487}" type="sibTrans" cxnId="{D7EE4C8B-D5AC-CB46-9859-F9C2D837DD43}">
      <dgm:prSet/>
      <dgm:spPr/>
      <dgm:t>
        <a:bodyPr/>
        <a:lstStyle/>
        <a:p>
          <a:endParaRPr lang="fr-FR"/>
        </a:p>
      </dgm:t>
    </dgm:pt>
    <dgm:pt modelId="{EB40002C-46D4-1C46-ADC9-BB7541F726C5}">
      <dgm:prSet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BEALEM Aristide</a:t>
          </a:r>
        </a:p>
      </dgm:t>
    </dgm:pt>
    <dgm:pt modelId="{967B92C9-8AA1-8E43-AB15-431A7F3220C2}" type="parTrans" cxnId="{8AC4C15E-E820-244D-9441-EF1D576696A3}">
      <dgm:prSet/>
      <dgm:spPr/>
      <dgm:t>
        <a:bodyPr/>
        <a:lstStyle/>
        <a:p>
          <a:endParaRPr lang="fr-FR"/>
        </a:p>
      </dgm:t>
    </dgm:pt>
    <dgm:pt modelId="{9D4154CA-EE56-7747-8EB8-5FC7957BD5EB}" type="sibTrans" cxnId="{8AC4C15E-E820-244D-9441-EF1D576696A3}">
      <dgm:prSet/>
      <dgm:spPr/>
      <dgm:t>
        <a:bodyPr/>
        <a:lstStyle/>
        <a:p>
          <a:endParaRPr lang="fr-FR"/>
        </a:p>
      </dgm:t>
    </dgm:pt>
    <dgm:pt modelId="{D3708DCF-5C56-964D-8BF5-878B9671114F}">
      <dgm:prSet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DJIVIDI NDONDO François</a:t>
          </a:r>
        </a:p>
      </dgm:t>
    </dgm:pt>
    <dgm:pt modelId="{601F8D1A-8541-204E-80F9-86855299D2CC}" type="parTrans" cxnId="{FC70D779-5969-8F4D-9139-9B89217EAF4E}">
      <dgm:prSet/>
      <dgm:spPr/>
      <dgm:t>
        <a:bodyPr/>
        <a:lstStyle/>
        <a:p>
          <a:endParaRPr lang="fr-FR"/>
        </a:p>
      </dgm:t>
    </dgm:pt>
    <dgm:pt modelId="{C432F5D9-F3E4-8342-AEF6-F48D6472B74E}" type="sibTrans" cxnId="{FC70D779-5969-8F4D-9139-9B89217EAF4E}">
      <dgm:prSet/>
      <dgm:spPr/>
      <dgm:t>
        <a:bodyPr/>
        <a:lstStyle/>
        <a:p>
          <a:endParaRPr lang="fr-FR"/>
        </a:p>
      </dgm:t>
    </dgm:pt>
    <dgm:pt modelId="{CCA12B15-7D8C-214E-9856-DF125D5AC05F}">
      <dgm:prSet custT="1"/>
      <dgm:spPr/>
      <dgm:t>
        <a:bodyPr/>
        <a:lstStyle/>
        <a:p>
          <a:r>
            <a:rPr lang="fr-FR" sz="4000" b="1" i="0" dirty="0">
              <a:latin typeface="Arial Black" panose="020B0604020202020204" pitchFamily="34" charset="0"/>
              <a:cs typeface="Arial Black" panose="020B0604020202020204" pitchFamily="34" charset="0"/>
            </a:rPr>
            <a:t>TOGOZIA M’BATNA Augustin</a:t>
          </a:r>
        </a:p>
      </dgm:t>
    </dgm:pt>
    <dgm:pt modelId="{22B1D703-E458-6543-9BEB-143EEDE7FE76}" type="parTrans" cxnId="{E8A00A86-1B5C-E341-A8BA-46EDBAEB39C9}">
      <dgm:prSet/>
      <dgm:spPr/>
      <dgm:t>
        <a:bodyPr/>
        <a:lstStyle/>
        <a:p>
          <a:endParaRPr lang="fr-FR"/>
        </a:p>
      </dgm:t>
    </dgm:pt>
    <dgm:pt modelId="{60A7A1A7-4393-0449-8CB7-AEAD37D9BC7C}" type="sibTrans" cxnId="{E8A00A86-1B5C-E341-A8BA-46EDBAEB39C9}">
      <dgm:prSet/>
      <dgm:spPr/>
      <dgm:t>
        <a:bodyPr/>
        <a:lstStyle/>
        <a:p>
          <a:endParaRPr lang="fr-FR"/>
        </a:p>
      </dgm:t>
    </dgm:pt>
    <dgm:pt modelId="{65A547B7-319D-B244-8B1A-6B4DCFFA7BF0}" type="pres">
      <dgm:prSet presAssocID="{C30FEA1D-1ABC-A649-BA32-A7D36B3E9CF0}" presName="linearFlow" presStyleCnt="0">
        <dgm:presLayoutVars>
          <dgm:dir/>
          <dgm:resizeHandles val="exact"/>
        </dgm:presLayoutVars>
      </dgm:prSet>
      <dgm:spPr/>
    </dgm:pt>
    <dgm:pt modelId="{E67D6303-86D0-0840-AD09-2AAEAE76A7E4}" type="pres">
      <dgm:prSet presAssocID="{D3708DCF-5C56-964D-8BF5-878B9671114F}" presName="composite" presStyleCnt="0"/>
      <dgm:spPr/>
    </dgm:pt>
    <dgm:pt modelId="{307767D6-314B-734C-8702-3BD2953ED0BB}" type="pres">
      <dgm:prSet presAssocID="{D3708DCF-5C56-964D-8BF5-878B9671114F}" presName="imgShp" presStyleLbl="fgImgPlace1" presStyleIdx="0" presStyleCnt="6" custLinFactX="-97851" custLinFactNeighborX="-100000" custLinFactNeighborY="-266"/>
      <dgm:spPr/>
    </dgm:pt>
    <dgm:pt modelId="{00D92FD3-D3AD-1641-AFEF-5F8C1E4FF25E}" type="pres">
      <dgm:prSet presAssocID="{D3708DCF-5C56-964D-8BF5-878B9671114F}" presName="txShp" presStyleLbl="node1" presStyleIdx="0" presStyleCnt="6" custScaleX="150376">
        <dgm:presLayoutVars>
          <dgm:bulletEnabled val="1"/>
        </dgm:presLayoutVars>
      </dgm:prSet>
      <dgm:spPr/>
    </dgm:pt>
    <dgm:pt modelId="{43DF7EF4-AA41-A04F-8ED8-100E002D2BAA}" type="pres">
      <dgm:prSet presAssocID="{C432F5D9-F3E4-8342-AEF6-F48D6472B74E}" presName="spacing" presStyleCnt="0"/>
      <dgm:spPr/>
    </dgm:pt>
    <dgm:pt modelId="{DD61ECF5-F76A-A742-97AD-85B0A5D9EB81}" type="pres">
      <dgm:prSet presAssocID="{62790E3F-97AD-F94E-AF54-481AF32B4CD9}" presName="composite" presStyleCnt="0"/>
      <dgm:spPr/>
    </dgm:pt>
    <dgm:pt modelId="{37937FEF-7C80-A54A-9196-1B3F9A16E6A6}" type="pres">
      <dgm:prSet presAssocID="{62790E3F-97AD-F94E-AF54-481AF32B4CD9}" presName="imgShp" presStyleLbl="fgImgPlace1" presStyleIdx="1" presStyleCnt="6" custLinFactX="-96342" custLinFactNeighborX="-100000"/>
      <dgm:spPr/>
    </dgm:pt>
    <dgm:pt modelId="{338B3498-556E-DF4C-94F1-78BFDA919030}" type="pres">
      <dgm:prSet presAssocID="{62790E3F-97AD-F94E-AF54-481AF32B4CD9}" presName="txShp" presStyleLbl="node1" presStyleIdx="1" presStyleCnt="6" custScaleX="150376" custLinFactNeighborX="-1955" custLinFactNeighborY="8480">
        <dgm:presLayoutVars>
          <dgm:bulletEnabled val="1"/>
        </dgm:presLayoutVars>
      </dgm:prSet>
      <dgm:spPr/>
    </dgm:pt>
    <dgm:pt modelId="{392429AA-2023-1441-AE73-3BEF624C4678}" type="pres">
      <dgm:prSet presAssocID="{BFD14CF3-6789-274F-8566-9B0F197F8A15}" presName="spacing" presStyleCnt="0"/>
      <dgm:spPr/>
    </dgm:pt>
    <dgm:pt modelId="{2B21999A-ED6D-8740-BB6F-BAE535D27988}" type="pres">
      <dgm:prSet presAssocID="{EB40002C-46D4-1C46-ADC9-BB7541F726C5}" presName="composite" presStyleCnt="0"/>
      <dgm:spPr/>
    </dgm:pt>
    <dgm:pt modelId="{D8D7D3AD-AFF9-F24E-B6AC-C77C46F1E21B}" type="pres">
      <dgm:prSet presAssocID="{EB40002C-46D4-1C46-ADC9-BB7541F726C5}" presName="imgShp" presStyleLbl="fgImgPlace1" presStyleIdx="2" presStyleCnt="6" custLinFactX="-100000" custLinFactNeighborX="-100550" custLinFactNeighborY="-8415"/>
      <dgm:spPr/>
    </dgm:pt>
    <dgm:pt modelId="{AF5BB116-206D-DF4F-86AF-DA7AE27021D7}" type="pres">
      <dgm:prSet presAssocID="{EB40002C-46D4-1C46-ADC9-BB7541F726C5}" presName="txShp" presStyleLbl="node1" presStyleIdx="2" presStyleCnt="6" custScaleX="150376">
        <dgm:presLayoutVars>
          <dgm:bulletEnabled val="1"/>
        </dgm:presLayoutVars>
      </dgm:prSet>
      <dgm:spPr/>
    </dgm:pt>
    <dgm:pt modelId="{34B54193-DB28-F843-B476-5539A01FAF04}" type="pres">
      <dgm:prSet presAssocID="{9D4154CA-EE56-7747-8EB8-5FC7957BD5EB}" presName="spacing" presStyleCnt="0"/>
      <dgm:spPr/>
    </dgm:pt>
    <dgm:pt modelId="{AB3F9E5E-49AB-3F4F-97A3-4B419970670B}" type="pres">
      <dgm:prSet presAssocID="{CC1F76AB-EEE7-164C-86BD-929A95109687}" presName="composite" presStyleCnt="0"/>
      <dgm:spPr/>
    </dgm:pt>
    <dgm:pt modelId="{9283CF05-6FB0-224D-B63F-B0462DBA0AB1}" type="pres">
      <dgm:prSet presAssocID="{CC1F76AB-EEE7-164C-86BD-929A95109687}" presName="imgShp" presStyleLbl="fgImgPlace1" presStyleIdx="3" presStyleCnt="6" custLinFactX="-99147" custLinFactNeighborX="-100000" custLinFactNeighborY="-9817"/>
      <dgm:spPr/>
    </dgm:pt>
    <dgm:pt modelId="{8579494F-8BA8-F94E-BA44-F79FC8CF4A8A}" type="pres">
      <dgm:prSet presAssocID="{CC1F76AB-EEE7-164C-86BD-929A95109687}" presName="txShp" presStyleLbl="node1" presStyleIdx="3" presStyleCnt="6" custScaleX="150376">
        <dgm:presLayoutVars>
          <dgm:bulletEnabled val="1"/>
        </dgm:presLayoutVars>
      </dgm:prSet>
      <dgm:spPr/>
    </dgm:pt>
    <dgm:pt modelId="{AFBF20F4-F63D-444C-880F-253C03BBD77B}" type="pres">
      <dgm:prSet presAssocID="{EA49E6AA-199D-8E4C-8871-7B3686D4E420}" presName="spacing" presStyleCnt="0"/>
      <dgm:spPr/>
    </dgm:pt>
    <dgm:pt modelId="{5CF280CE-2C9C-824B-972F-18E2B2042B62}" type="pres">
      <dgm:prSet presAssocID="{CCA12B15-7D8C-214E-9856-DF125D5AC05F}" presName="composite" presStyleCnt="0"/>
      <dgm:spPr/>
    </dgm:pt>
    <dgm:pt modelId="{893D8E42-6E63-A640-9410-70445AAF71B8}" type="pres">
      <dgm:prSet presAssocID="{CCA12B15-7D8C-214E-9856-DF125D5AC05F}" presName="imgShp" presStyleLbl="fgImgPlace1" presStyleIdx="4" presStyleCnt="6" custLinFactX="-100000" custLinFactNeighborX="-139115"/>
      <dgm:spPr/>
    </dgm:pt>
    <dgm:pt modelId="{55373138-8324-474C-AB98-173DC4C26CD0}" type="pres">
      <dgm:prSet presAssocID="{CCA12B15-7D8C-214E-9856-DF125D5AC05F}" presName="txShp" presStyleLbl="node1" presStyleIdx="4" presStyleCnt="6" custScaleX="150376">
        <dgm:presLayoutVars>
          <dgm:bulletEnabled val="1"/>
        </dgm:presLayoutVars>
      </dgm:prSet>
      <dgm:spPr/>
    </dgm:pt>
    <dgm:pt modelId="{FE2D4633-CC1E-544F-A080-19AA958BE44E}" type="pres">
      <dgm:prSet presAssocID="{60A7A1A7-4393-0449-8CB7-AEAD37D9BC7C}" presName="spacing" presStyleCnt="0"/>
      <dgm:spPr/>
    </dgm:pt>
    <dgm:pt modelId="{461ED4CE-7E64-3746-950B-8A987F79A848}" type="pres">
      <dgm:prSet presAssocID="{44333FA1-CA9E-BC4C-840D-61E4AB23A787}" presName="composite" presStyleCnt="0"/>
      <dgm:spPr/>
    </dgm:pt>
    <dgm:pt modelId="{C39007FC-A48E-5241-B4D3-A3ADCCCFB291}" type="pres">
      <dgm:prSet presAssocID="{44333FA1-CA9E-BC4C-840D-61E4AB23A787}" presName="imgShp" presStyleLbl="fgImgPlace1" presStyleIdx="5" presStyleCnt="6" custLinFactX="-92135" custLinFactNeighborX="-100000" custLinFactNeighborY="-5610"/>
      <dgm:spPr/>
    </dgm:pt>
    <dgm:pt modelId="{626B8047-6FDE-B54E-851C-09C1C7F02F17}" type="pres">
      <dgm:prSet presAssocID="{44333FA1-CA9E-BC4C-840D-61E4AB23A787}" presName="txShp" presStyleLbl="node1" presStyleIdx="5" presStyleCnt="6" custScaleX="150376">
        <dgm:presLayoutVars>
          <dgm:bulletEnabled val="1"/>
        </dgm:presLayoutVars>
      </dgm:prSet>
      <dgm:spPr/>
    </dgm:pt>
  </dgm:ptLst>
  <dgm:cxnLst>
    <dgm:cxn modelId="{CC0BE80B-209B-494D-A672-164A106EFFD4}" type="presOf" srcId="{EB40002C-46D4-1C46-ADC9-BB7541F726C5}" destId="{AF5BB116-206D-DF4F-86AF-DA7AE27021D7}" srcOrd="0" destOrd="0" presId="urn:microsoft.com/office/officeart/2005/8/layout/vList3"/>
    <dgm:cxn modelId="{8AC4C15E-E820-244D-9441-EF1D576696A3}" srcId="{C30FEA1D-1ABC-A649-BA32-A7D36B3E9CF0}" destId="{EB40002C-46D4-1C46-ADC9-BB7541F726C5}" srcOrd="2" destOrd="0" parTransId="{967B92C9-8AA1-8E43-AB15-431A7F3220C2}" sibTransId="{9D4154CA-EE56-7747-8EB8-5FC7957BD5EB}"/>
    <dgm:cxn modelId="{C16FDE62-2190-E941-A61A-63B45B5EB896}" type="presOf" srcId="{CCA12B15-7D8C-214E-9856-DF125D5AC05F}" destId="{55373138-8324-474C-AB98-173DC4C26CD0}" srcOrd="0" destOrd="0" presId="urn:microsoft.com/office/officeart/2005/8/layout/vList3"/>
    <dgm:cxn modelId="{6747854B-8972-CD4C-A25C-090E60212B8B}" srcId="{C30FEA1D-1ABC-A649-BA32-A7D36B3E9CF0}" destId="{62790E3F-97AD-F94E-AF54-481AF32B4CD9}" srcOrd="1" destOrd="0" parTransId="{5FADD58C-9324-F048-8DD5-D90E244F7707}" sibTransId="{BFD14CF3-6789-274F-8566-9B0F197F8A15}"/>
    <dgm:cxn modelId="{FC70D779-5969-8F4D-9139-9B89217EAF4E}" srcId="{C30FEA1D-1ABC-A649-BA32-A7D36B3E9CF0}" destId="{D3708DCF-5C56-964D-8BF5-878B9671114F}" srcOrd="0" destOrd="0" parTransId="{601F8D1A-8541-204E-80F9-86855299D2CC}" sibTransId="{C432F5D9-F3E4-8342-AEF6-F48D6472B74E}"/>
    <dgm:cxn modelId="{BC20BA7B-A7D5-E14E-A1DC-F0E871C44A17}" type="presOf" srcId="{62790E3F-97AD-F94E-AF54-481AF32B4CD9}" destId="{338B3498-556E-DF4C-94F1-78BFDA919030}" srcOrd="0" destOrd="0" presId="urn:microsoft.com/office/officeart/2005/8/layout/vList3"/>
    <dgm:cxn modelId="{46252B82-B056-0E43-90C5-340D612A6622}" type="presOf" srcId="{44333FA1-CA9E-BC4C-840D-61E4AB23A787}" destId="{626B8047-6FDE-B54E-851C-09C1C7F02F17}" srcOrd="0" destOrd="0" presId="urn:microsoft.com/office/officeart/2005/8/layout/vList3"/>
    <dgm:cxn modelId="{F8F71083-D092-B442-A7B9-A59146934D7F}" type="presOf" srcId="{CC1F76AB-EEE7-164C-86BD-929A95109687}" destId="{8579494F-8BA8-F94E-BA44-F79FC8CF4A8A}" srcOrd="0" destOrd="0" presId="urn:microsoft.com/office/officeart/2005/8/layout/vList3"/>
    <dgm:cxn modelId="{E8A00A86-1B5C-E341-A8BA-46EDBAEB39C9}" srcId="{C30FEA1D-1ABC-A649-BA32-A7D36B3E9CF0}" destId="{CCA12B15-7D8C-214E-9856-DF125D5AC05F}" srcOrd="4" destOrd="0" parTransId="{22B1D703-E458-6543-9BEB-143EEDE7FE76}" sibTransId="{60A7A1A7-4393-0449-8CB7-AEAD37D9BC7C}"/>
    <dgm:cxn modelId="{D7EE4C8B-D5AC-CB46-9859-F9C2D837DD43}" srcId="{C30FEA1D-1ABC-A649-BA32-A7D36B3E9CF0}" destId="{44333FA1-CA9E-BC4C-840D-61E4AB23A787}" srcOrd="5" destOrd="0" parTransId="{9EDD4AD2-F49F-354A-AF9B-875B05CF5BA5}" sibTransId="{11C69EBA-F18F-054F-BE5C-3B5CACA43487}"/>
    <dgm:cxn modelId="{0AA6409E-2F9C-ED4F-B980-ABAF530C94EB}" type="presOf" srcId="{C30FEA1D-1ABC-A649-BA32-A7D36B3E9CF0}" destId="{65A547B7-319D-B244-8B1A-6B4DCFFA7BF0}" srcOrd="0" destOrd="0" presId="urn:microsoft.com/office/officeart/2005/8/layout/vList3"/>
    <dgm:cxn modelId="{FF010BC3-CFFD-6F46-9770-C4100C839AFD}" type="presOf" srcId="{D3708DCF-5C56-964D-8BF5-878B9671114F}" destId="{00D92FD3-D3AD-1641-AFEF-5F8C1E4FF25E}" srcOrd="0" destOrd="0" presId="urn:microsoft.com/office/officeart/2005/8/layout/vList3"/>
    <dgm:cxn modelId="{8A418CE0-F7E2-BA4F-BC32-BE084736A185}" srcId="{C30FEA1D-1ABC-A649-BA32-A7D36B3E9CF0}" destId="{CC1F76AB-EEE7-164C-86BD-929A95109687}" srcOrd="3" destOrd="0" parTransId="{14BEBA6C-5E3C-1B43-A34D-4C16E990AF44}" sibTransId="{EA49E6AA-199D-8E4C-8871-7B3686D4E420}"/>
    <dgm:cxn modelId="{6FE95B41-C9F7-B04D-87AB-7B7BB2DE707A}" type="presParOf" srcId="{65A547B7-319D-B244-8B1A-6B4DCFFA7BF0}" destId="{E67D6303-86D0-0840-AD09-2AAEAE76A7E4}" srcOrd="0" destOrd="0" presId="urn:microsoft.com/office/officeart/2005/8/layout/vList3"/>
    <dgm:cxn modelId="{60804D8E-4298-B54F-A742-5F58437F5817}" type="presParOf" srcId="{E67D6303-86D0-0840-AD09-2AAEAE76A7E4}" destId="{307767D6-314B-734C-8702-3BD2953ED0BB}" srcOrd="0" destOrd="0" presId="urn:microsoft.com/office/officeart/2005/8/layout/vList3"/>
    <dgm:cxn modelId="{F0803D99-A56D-224A-BFD7-EBD66EF7EB12}" type="presParOf" srcId="{E67D6303-86D0-0840-AD09-2AAEAE76A7E4}" destId="{00D92FD3-D3AD-1641-AFEF-5F8C1E4FF25E}" srcOrd="1" destOrd="0" presId="urn:microsoft.com/office/officeart/2005/8/layout/vList3"/>
    <dgm:cxn modelId="{06631561-9646-B04A-B7D6-13E3D1691040}" type="presParOf" srcId="{65A547B7-319D-B244-8B1A-6B4DCFFA7BF0}" destId="{43DF7EF4-AA41-A04F-8ED8-100E002D2BAA}" srcOrd="1" destOrd="0" presId="urn:microsoft.com/office/officeart/2005/8/layout/vList3"/>
    <dgm:cxn modelId="{7ABE6EFD-B6A8-E641-A52A-98F2EC108B03}" type="presParOf" srcId="{65A547B7-319D-B244-8B1A-6B4DCFFA7BF0}" destId="{DD61ECF5-F76A-A742-97AD-85B0A5D9EB81}" srcOrd="2" destOrd="0" presId="urn:microsoft.com/office/officeart/2005/8/layout/vList3"/>
    <dgm:cxn modelId="{05FAB2D8-0968-F147-817B-B1B08CFDD57F}" type="presParOf" srcId="{DD61ECF5-F76A-A742-97AD-85B0A5D9EB81}" destId="{37937FEF-7C80-A54A-9196-1B3F9A16E6A6}" srcOrd="0" destOrd="0" presId="urn:microsoft.com/office/officeart/2005/8/layout/vList3"/>
    <dgm:cxn modelId="{792B41CD-DE56-AD42-BE27-7C17A7D49A28}" type="presParOf" srcId="{DD61ECF5-F76A-A742-97AD-85B0A5D9EB81}" destId="{338B3498-556E-DF4C-94F1-78BFDA919030}" srcOrd="1" destOrd="0" presId="urn:microsoft.com/office/officeart/2005/8/layout/vList3"/>
    <dgm:cxn modelId="{41C1BAB7-5812-034F-AE65-33E3812AE179}" type="presParOf" srcId="{65A547B7-319D-B244-8B1A-6B4DCFFA7BF0}" destId="{392429AA-2023-1441-AE73-3BEF624C4678}" srcOrd="3" destOrd="0" presId="urn:microsoft.com/office/officeart/2005/8/layout/vList3"/>
    <dgm:cxn modelId="{E596F8BB-46B5-B844-AC51-0C0DCD353AED}" type="presParOf" srcId="{65A547B7-319D-B244-8B1A-6B4DCFFA7BF0}" destId="{2B21999A-ED6D-8740-BB6F-BAE535D27988}" srcOrd="4" destOrd="0" presId="urn:microsoft.com/office/officeart/2005/8/layout/vList3"/>
    <dgm:cxn modelId="{D40EABC5-BB7A-F248-ADCC-615AAF550D80}" type="presParOf" srcId="{2B21999A-ED6D-8740-BB6F-BAE535D27988}" destId="{D8D7D3AD-AFF9-F24E-B6AC-C77C46F1E21B}" srcOrd="0" destOrd="0" presId="urn:microsoft.com/office/officeart/2005/8/layout/vList3"/>
    <dgm:cxn modelId="{B0D10619-59EE-1A4D-A78F-5E932B515FA9}" type="presParOf" srcId="{2B21999A-ED6D-8740-BB6F-BAE535D27988}" destId="{AF5BB116-206D-DF4F-86AF-DA7AE27021D7}" srcOrd="1" destOrd="0" presId="urn:microsoft.com/office/officeart/2005/8/layout/vList3"/>
    <dgm:cxn modelId="{3BEDECD4-D52B-AD4C-80A9-636C4C0FBA36}" type="presParOf" srcId="{65A547B7-319D-B244-8B1A-6B4DCFFA7BF0}" destId="{34B54193-DB28-F843-B476-5539A01FAF04}" srcOrd="5" destOrd="0" presId="urn:microsoft.com/office/officeart/2005/8/layout/vList3"/>
    <dgm:cxn modelId="{2809999D-F6B5-BE4C-998E-6F8BC06C3C9F}" type="presParOf" srcId="{65A547B7-319D-B244-8B1A-6B4DCFFA7BF0}" destId="{AB3F9E5E-49AB-3F4F-97A3-4B419970670B}" srcOrd="6" destOrd="0" presId="urn:microsoft.com/office/officeart/2005/8/layout/vList3"/>
    <dgm:cxn modelId="{0D43350C-4FFD-094B-B8A7-553DB840BFAD}" type="presParOf" srcId="{AB3F9E5E-49AB-3F4F-97A3-4B419970670B}" destId="{9283CF05-6FB0-224D-B63F-B0462DBA0AB1}" srcOrd="0" destOrd="0" presId="urn:microsoft.com/office/officeart/2005/8/layout/vList3"/>
    <dgm:cxn modelId="{A108894D-00F6-F04A-9985-F8A2B782D209}" type="presParOf" srcId="{AB3F9E5E-49AB-3F4F-97A3-4B419970670B}" destId="{8579494F-8BA8-F94E-BA44-F79FC8CF4A8A}" srcOrd="1" destOrd="0" presId="urn:microsoft.com/office/officeart/2005/8/layout/vList3"/>
    <dgm:cxn modelId="{88298EEE-F36B-1F47-ADEA-21944DA7648B}" type="presParOf" srcId="{65A547B7-319D-B244-8B1A-6B4DCFFA7BF0}" destId="{AFBF20F4-F63D-444C-880F-253C03BBD77B}" srcOrd="7" destOrd="0" presId="urn:microsoft.com/office/officeart/2005/8/layout/vList3"/>
    <dgm:cxn modelId="{2A094650-B0B6-1345-89E7-D9F77F42C651}" type="presParOf" srcId="{65A547B7-319D-B244-8B1A-6B4DCFFA7BF0}" destId="{5CF280CE-2C9C-824B-972F-18E2B2042B62}" srcOrd="8" destOrd="0" presId="urn:microsoft.com/office/officeart/2005/8/layout/vList3"/>
    <dgm:cxn modelId="{9A2C2676-48EB-AF49-B17E-E4FCC4B42885}" type="presParOf" srcId="{5CF280CE-2C9C-824B-972F-18E2B2042B62}" destId="{893D8E42-6E63-A640-9410-70445AAF71B8}" srcOrd="0" destOrd="0" presId="urn:microsoft.com/office/officeart/2005/8/layout/vList3"/>
    <dgm:cxn modelId="{134A5BDD-A81D-8649-9841-6A12D469E673}" type="presParOf" srcId="{5CF280CE-2C9C-824B-972F-18E2B2042B62}" destId="{55373138-8324-474C-AB98-173DC4C26CD0}" srcOrd="1" destOrd="0" presId="urn:microsoft.com/office/officeart/2005/8/layout/vList3"/>
    <dgm:cxn modelId="{25009DC0-B274-4643-9791-125DE17D0948}" type="presParOf" srcId="{65A547B7-319D-B244-8B1A-6B4DCFFA7BF0}" destId="{FE2D4633-CC1E-544F-A080-19AA958BE44E}" srcOrd="9" destOrd="0" presId="urn:microsoft.com/office/officeart/2005/8/layout/vList3"/>
    <dgm:cxn modelId="{48B68827-080F-934F-BFCD-31B4007596E6}" type="presParOf" srcId="{65A547B7-319D-B244-8B1A-6B4DCFFA7BF0}" destId="{461ED4CE-7E64-3746-950B-8A987F79A848}" srcOrd="10" destOrd="0" presId="urn:microsoft.com/office/officeart/2005/8/layout/vList3"/>
    <dgm:cxn modelId="{CD7C6907-FD21-6A4B-ADF9-4BF38751EC0B}" type="presParOf" srcId="{461ED4CE-7E64-3746-950B-8A987F79A848}" destId="{C39007FC-A48E-5241-B4D3-A3ADCCCFB291}" srcOrd="0" destOrd="0" presId="urn:microsoft.com/office/officeart/2005/8/layout/vList3"/>
    <dgm:cxn modelId="{7030D1BB-680F-2B49-A1B9-E8BBDBB18AFB}" type="presParOf" srcId="{461ED4CE-7E64-3746-950B-8A987F79A848}" destId="{626B8047-6FDE-B54E-851C-09C1C7F02F1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4B47E8-AB63-BF43-9C22-D6F10369FB47}" type="doc">
      <dgm:prSet loTypeId="urn:microsoft.com/office/officeart/2005/8/layout/vList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FC5A5AD-95D5-9B4B-91D1-FD34A20FE62F}">
      <dgm:prSet phldrT="[Texte]"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Mairie de </a:t>
          </a:r>
          <a:r>
            <a:rPr lang="fr-TD" b="1" i="0" dirty="0">
              <a:latin typeface="Arial Black" panose="020B0604020202020204" pitchFamily="34" charset="0"/>
              <a:cs typeface="Arial Black" panose="020B0604020202020204" pitchFamily="34" charset="0"/>
            </a:rPr>
            <a:t>MEYRIN</a:t>
          </a:r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 </a:t>
          </a:r>
        </a:p>
      </dgm:t>
    </dgm:pt>
    <dgm:pt modelId="{DBE34B1C-BDD2-BB45-B6A7-3C257727E068}" type="parTrans" cxnId="{8A234CEB-FCEA-1040-AA7E-0A51B765971A}">
      <dgm:prSet/>
      <dgm:spPr/>
      <dgm:t>
        <a:bodyPr/>
        <a:lstStyle/>
        <a:p>
          <a:endParaRPr lang="fr-FR"/>
        </a:p>
      </dgm:t>
    </dgm:pt>
    <dgm:pt modelId="{ADB6A1DC-BD27-9541-AFAB-F598767FE681}" type="sibTrans" cxnId="{8A234CEB-FCEA-1040-AA7E-0A51B765971A}">
      <dgm:prSet/>
      <dgm:spPr/>
      <dgm:t>
        <a:bodyPr/>
        <a:lstStyle/>
        <a:p>
          <a:endParaRPr lang="fr-FR"/>
        </a:p>
      </dgm:t>
    </dgm:pt>
    <dgm:pt modelId="{7A20584A-C1C2-744E-9F35-1337FC300715}">
      <dgm:prSet phldrT="[Texte]"/>
      <dgm:spPr/>
      <dgm:t>
        <a:bodyPr/>
        <a:lstStyle/>
        <a:p>
          <a:pPr algn="ctr">
            <a:buFontTx/>
            <a:buNone/>
          </a:pPr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Financement et accompagnement de 15 jeunes formés au CTAP</a:t>
          </a:r>
        </a:p>
      </dgm:t>
    </dgm:pt>
    <dgm:pt modelId="{34F2C9B5-ECE6-CF44-8BA3-EF99AD425BB0}" type="parTrans" cxnId="{F128A3AA-699A-5C47-BA5D-3A24ABE6F7A1}">
      <dgm:prSet/>
      <dgm:spPr/>
      <dgm:t>
        <a:bodyPr/>
        <a:lstStyle/>
        <a:p>
          <a:endParaRPr lang="fr-FR"/>
        </a:p>
      </dgm:t>
    </dgm:pt>
    <dgm:pt modelId="{515F3422-D59D-F249-997C-51D7B85CFC7E}" type="sibTrans" cxnId="{F128A3AA-699A-5C47-BA5D-3A24ABE6F7A1}">
      <dgm:prSet/>
      <dgm:spPr/>
      <dgm:t>
        <a:bodyPr/>
        <a:lstStyle/>
        <a:p>
          <a:endParaRPr lang="fr-FR"/>
        </a:p>
      </dgm:t>
    </dgm:pt>
    <dgm:pt modelId="{B5AF1AAD-5A28-F24E-83FD-6B55813ED1A0}">
      <dgm:prSet phldrT="[Texte]"/>
      <dgm:spPr/>
      <dgm:t>
        <a:bodyPr/>
        <a:lstStyle/>
        <a:p>
          <a:r>
            <a:rPr lang="fr-TD" b="1" dirty="0">
              <a:latin typeface="Arial Black" panose="020B0604020202020204" pitchFamily="34" charset="0"/>
              <a:cs typeface="Arial Black" panose="020B0604020202020204" pitchFamily="34" charset="0"/>
            </a:rPr>
            <a:t>Fondation CHRISTA</a:t>
          </a:r>
          <a:endParaRPr lang="fr-FR" dirty="0"/>
        </a:p>
      </dgm:t>
    </dgm:pt>
    <dgm:pt modelId="{3492AD99-4406-5848-A5E7-37DE9BB39F58}" type="parTrans" cxnId="{A1604570-0ACC-1442-9895-AC7DF112E966}">
      <dgm:prSet/>
      <dgm:spPr/>
      <dgm:t>
        <a:bodyPr/>
        <a:lstStyle/>
        <a:p>
          <a:endParaRPr lang="fr-FR"/>
        </a:p>
      </dgm:t>
    </dgm:pt>
    <dgm:pt modelId="{ED33D803-0EFB-A046-9D57-4C6AF71F52A6}" type="sibTrans" cxnId="{A1604570-0ACC-1442-9895-AC7DF112E966}">
      <dgm:prSet/>
      <dgm:spPr/>
      <dgm:t>
        <a:bodyPr/>
        <a:lstStyle/>
        <a:p>
          <a:endParaRPr lang="fr-FR"/>
        </a:p>
      </dgm:t>
    </dgm:pt>
    <dgm:pt modelId="{FE695145-4D69-6C49-98AB-BC6EFAB4C357}">
      <dgm:prSet phldrT="[Texte]"/>
      <dgm:spPr/>
      <dgm:t>
        <a:bodyPr/>
        <a:lstStyle/>
        <a:p>
          <a:pPr algn="ctr">
            <a:buFontTx/>
            <a:buNone/>
          </a:pPr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Financement et accompagnement de 23 jeunes formés au CTAP</a:t>
          </a:r>
          <a:r>
            <a:rPr lang="fr-FR" dirty="0"/>
            <a:t>	</a:t>
          </a:r>
        </a:p>
      </dgm:t>
    </dgm:pt>
    <dgm:pt modelId="{CF3627D6-49A4-E141-9B40-394A6F34E50A}" type="parTrans" cxnId="{994F66BB-FCB8-AD40-BC4A-8445BE9560B8}">
      <dgm:prSet/>
      <dgm:spPr/>
      <dgm:t>
        <a:bodyPr/>
        <a:lstStyle/>
        <a:p>
          <a:endParaRPr lang="fr-FR"/>
        </a:p>
      </dgm:t>
    </dgm:pt>
    <dgm:pt modelId="{DEA00AAB-A982-2B42-B75E-67CB5DFE81AC}" type="sibTrans" cxnId="{994F66BB-FCB8-AD40-BC4A-8445BE9560B8}">
      <dgm:prSet/>
      <dgm:spPr/>
      <dgm:t>
        <a:bodyPr/>
        <a:lstStyle/>
        <a:p>
          <a:endParaRPr lang="fr-FR"/>
        </a:p>
      </dgm:t>
    </dgm:pt>
    <dgm:pt modelId="{6F9BB499-A0C8-C94A-A3BF-369BB66E7371}">
      <dgm:prSet/>
      <dgm:spPr/>
      <dgm:t>
        <a:bodyPr/>
        <a:lstStyle/>
        <a:p>
          <a:r>
            <a:rPr lang="fr-TD" b="1" dirty="0">
              <a:latin typeface="Arial Black" panose="020B0604020202020204" pitchFamily="34" charset="0"/>
              <a:cs typeface="Arial Black" panose="020B0604020202020204" pitchFamily="34" charset="0"/>
            </a:rPr>
            <a:t>Fondation GREENDALE</a:t>
          </a:r>
        </a:p>
      </dgm:t>
    </dgm:pt>
    <dgm:pt modelId="{6090C05C-C0E2-6246-BB94-33F2F1EC86FF}" type="parTrans" cxnId="{AC2B9385-53F9-8343-B1C7-12299DE1B329}">
      <dgm:prSet/>
      <dgm:spPr/>
      <dgm:t>
        <a:bodyPr/>
        <a:lstStyle/>
        <a:p>
          <a:endParaRPr lang="fr-FR"/>
        </a:p>
      </dgm:t>
    </dgm:pt>
    <dgm:pt modelId="{C59F57E1-55DC-CF46-8024-C7C0426B68F7}" type="sibTrans" cxnId="{AC2B9385-53F9-8343-B1C7-12299DE1B329}">
      <dgm:prSet/>
      <dgm:spPr/>
      <dgm:t>
        <a:bodyPr/>
        <a:lstStyle/>
        <a:p>
          <a:endParaRPr lang="fr-FR"/>
        </a:p>
      </dgm:t>
    </dgm:pt>
    <dgm:pt modelId="{24A01878-30D0-8348-962D-6A88B7BCC0A0}">
      <dgm:prSet/>
      <dgm:spPr/>
      <dgm:t>
        <a:bodyPr/>
        <a:lstStyle/>
        <a:p>
          <a:pPr algn="ctr">
            <a:buFontTx/>
            <a:buNone/>
          </a:pPr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Financement de 15 jeunes formé dans le domaine de santé</a:t>
          </a:r>
        </a:p>
      </dgm:t>
    </dgm:pt>
    <dgm:pt modelId="{A1A7D2FA-00EF-D042-BCA2-EF5FBCAF85A9}" type="parTrans" cxnId="{4A857EF2-B31A-E34A-822C-D6C600731720}">
      <dgm:prSet/>
      <dgm:spPr/>
      <dgm:t>
        <a:bodyPr/>
        <a:lstStyle/>
        <a:p>
          <a:endParaRPr lang="fr-FR"/>
        </a:p>
      </dgm:t>
    </dgm:pt>
    <dgm:pt modelId="{D53CB0B1-9E9B-8242-BE19-37EE6AA98C7B}" type="sibTrans" cxnId="{4A857EF2-B31A-E34A-822C-D6C600731720}">
      <dgm:prSet/>
      <dgm:spPr/>
      <dgm:t>
        <a:bodyPr/>
        <a:lstStyle/>
        <a:p>
          <a:endParaRPr lang="fr-FR"/>
        </a:p>
      </dgm:t>
    </dgm:pt>
    <dgm:pt modelId="{F26BE649-4A90-BE40-B2D3-0BC32ED2D380}">
      <dgm:prSet/>
      <dgm:spPr/>
      <dgm:t>
        <a:bodyPr/>
        <a:lstStyle/>
        <a:p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 DONATEUR(TRICE)S </a:t>
          </a:r>
        </a:p>
      </dgm:t>
    </dgm:pt>
    <dgm:pt modelId="{6412593E-2EC3-2C49-997F-1D3DB365832F}" type="parTrans" cxnId="{6EE862E2-DA91-B049-BCCA-9E3CE79B898B}">
      <dgm:prSet/>
      <dgm:spPr/>
      <dgm:t>
        <a:bodyPr/>
        <a:lstStyle/>
        <a:p>
          <a:endParaRPr lang="fr-FR"/>
        </a:p>
      </dgm:t>
    </dgm:pt>
    <dgm:pt modelId="{4495AA6F-1B0E-1945-98BB-206053D6CEFF}" type="sibTrans" cxnId="{6EE862E2-DA91-B049-BCCA-9E3CE79B898B}">
      <dgm:prSet/>
      <dgm:spPr/>
      <dgm:t>
        <a:bodyPr/>
        <a:lstStyle/>
        <a:p>
          <a:endParaRPr lang="fr-FR"/>
        </a:p>
      </dgm:t>
    </dgm:pt>
    <dgm:pt modelId="{68FF3C96-149A-5444-81BE-6381AFC36FFA}">
      <dgm:prSet/>
      <dgm:spPr/>
      <dgm:t>
        <a:bodyPr/>
        <a:lstStyle/>
        <a:p>
          <a:pPr algn="ctr">
            <a:buFontTx/>
            <a:buNone/>
          </a:pPr>
          <a:r>
            <a:rPr lang="fr-FR" b="1" i="0" dirty="0">
              <a:latin typeface="Arial Black" panose="020B0604020202020204" pitchFamily="34" charset="0"/>
              <a:cs typeface="Arial Black" panose="020B0604020202020204" pitchFamily="34" charset="0"/>
            </a:rPr>
            <a:t> Environ 80 personnes qui soutiennent Tchad-Avenir </a:t>
          </a:r>
        </a:p>
      </dgm:t>
    </dgm:pt>
    <dgm:pt modelId="{041DEF41-6C22-A343-8A7E-247B89CE1AA8}" type="parTrans" cxnId="{DA1E7E0F-CC8A-A849-AE58-A7E08E622794}">
      <dgm:prSet/>
      <dgm:spPr/>
      <dgm:t>
        <a:bodyPr/>
        <a:lstStyle/>
        <a:p>
          <a:endParaRPr lang="fr-FR"/>
        </a:p>
      </dgm:t>
    </dgm:pt>
    <dgm:pt modelId="{7E220D29-3A50-7346-BDFB-EF22A95995D3}" type="sibTrans" cxnId="{DA1E7E0F-CC8A-A849-AE58-A7E08E622794}">
      <dgm:prSet/>
      <dgm:spPr/>
      <dgm:t>
        <a:bodyPr/>
        <a:lstStyle/>
        <a:p>
          <a:endParaRPr lang="fr-FR"/>
        </a:p>
      </dgm:t>
    </dgm:pt>
    <dgm:pt modelId="{2CB9D6B7-4A84-0C4F-95FF-704A5DBC5494}" type="pres">
      <dgm:prSet presAssocID="{0A4B47E8-AB63-BF43-9C22-D6F10369FB47}" presName="Name0" presStyleCnt="0">
        <dgm:presLayoutVars>
          <dgm:dir/>
          <dgm:animLvl val="lvl"/>
          <dgm:resizeHandles/>
        </dgm:presLayoutVars>
      </dgm:prSet>
      <dgm:spPr/>
    </dgm:pt>
    <dgm:pt modelId="{C9A463E1-9700-154C-A0EE-218E04CE20A5}" type="pres">
      <dgm:prSet presAssocID="{5FC5A5AD-95D5-9B4B-91D1-FD34A20FE62F}" presName="linNode" presStyleCnt="0"/>
      <dgm:spPr/>
    </dgm:pt>
    <dgm:pt modelId="{8A9CCC3F-1CB8-9641-B931-BB713B0A5CCD}" type="pres">
      <dgm:prSet presAssocID="{5FC5A5AD-95D5-9B4B-91D1-FD34A20FE62F}" presName="parentShp" presStyleLbl="node1" presStyleIdx="0" presStyleCnt="4">
        <dgm:presLayoutVars>
          <dgm:bulletEnabled val="1"/>
        </dgm:presLayoutVars>
      </dgm:prSet>
      <dgm:spPr/>
    </dgm:pt>
    <dgm:pt modelId="{9CE779F8-0CFA-6A49-ADE1-052BF0E71409}" type="pres">
      <dgm:prSet presAssocID="{5FC5A5AD-95D5-9B4B-91D1-FD34A20FE62F}" presName="childShp" presStyleLbl="bgAccFollowNode1" presStyleIdx="0" presStyleCnt="4">
        <dgm:presLayoutVars>
          <dgm:bulletEnabled val="1"/>
        </dgm:presLayoutVars>
      </dgm:prSet>
      <dgm:spPr/>
    </dgm:pt>
    <dgm:pt modelId="{987FBF8C-17A3-E348-B42C-1FBDF117EF8A}" type="pres">
      <dgm:prSet presAssocID="{ADB6A1DC-BD27-9541-AFAB-F598767FE681}" presName="spacing" presStyleCnt="0"/>
      <dgm:spPr/>
    </dgm:pt>
    <dgm:pt modelId="{728CBB75-8125-D549-9ADD-85996F3302BD}" type="pres">
      <dgm:prSet presAssocID="{B5AF1AAD-5A28-F24E-83FD-6B55813ED1A0}" presName="linNode" presStyleCnt="0"/>
      <dgm:spPr/>
    </dgm:pt>
    <dgm:pt modelId="{5920AC2D-F953-3F45-85CF-E660A0E7077B}" type="pres">
      <dgm:prSet presAssocID="{B5AF1AAD-5A28-F24E-83FD-6B55813ED1A0}" presName="parentShp" presStyleLbl="node1" presStyleIdx="1" presStyleCnt="4">
        <dgm:presLayoutVars>
          <dgm:bulletEnabled val="1"/>
        </dgm:presLayoutVars>
      </dgm:prSet>
      <dgm:spPr/>
    </dgm:pt>
    <dgm:pt modelId="{DB970B5E-FF8A-5C4C-A388-1F4C7130B80B}" type="pres">
      <dgm:prSet presAssocID="{B5AF1AAD-5A28-F24E-83FD-6B55813ED1A0}" presName="childShp" presStyleLbl="bgAccFollowNode1" presStyleIdx="1" presStyleCnt="4">
        <dgm:presLayoutVars>
          <dgm:bulletEnabled val="1"/>
        </dgm:presLayoutVars>
      </dgm:prSet>
      <dgm:spPr/>
    </dgm:pt>
    <dgm:pt modelId="{6990A760-64F8-B747-B13A-7A56D5178E5D}" type="pres">
      <dgm:prSet presAssocID="{ED33D803-0EFB-A046-9D57-4C6AF71F52A6}" presName="spacing" presStyleCnt="0"/>
      <dgm:spPr/>
    </dgm:pt>
    <dgm:pt modelId="{32287E9D-CE93-B646-A890-14E388396515}" type="pres">
      <dgm:prSet presAssocID="{6F9BB499-A0C8-C94A-A3BF-369BB66E7371}" presName="linNode" presStyleCnt="0"/>
      <dgm:spPr/>
    </dgm:pt>
    <dgm:pt modelId="{F05C95CA-41C4-2340-A18E-CA221BE35CA1}" type="pres">
      <dgm:prSet presAssocID="{6F9BB499-A0C8-C94A-A3BF-369BB66E7371}" presName="parentShp" presStyleLbl="node1" presStyleIdx="2" presStyleCnt="4">
        <dgm:presLayoutVars>
          <dgm:bulletEnabled val="1"/>
        </dgm:presLayoutVars>
      </dgm:prSet>
      <dgm:spPr/>
    </dgm:pt>
    <dgm:pt modelId="{04905AD3-DB51-2544-B564-18873F040FEB}" type="pres">
      <dgm:prSet presAssocID="{6F9BB499-A0C8-C94A-A3BF-369BB66E7371}" presName="childShp" presStyleLbl="bgAccFollowNode1" presStyleIdx="2" presStyleCnt="4">
        <dgm:presLayoutVars>
          <dgm:bulletEnabled val="1"/>
        </dgm:presLayoutVars>
      </dgm:prSet>
      <dgm:spPr/>
    </dgm:pt>
    <dgm:pt modelId="{92774C72-B748-9F45-B8FD-96316159E105}" type="pres">
      <dgm:prSet presAssocID="{C59F57E1-55DC-CF46-8024-C7C0426B68F7}" presName="spacing" presStyleCnt="0"/>
      <dgm:spPr/>
    </dgm:pt>
    <dgm:pt modelId="{B09DFEF9-A672-D243-87D2-E647243DE52D}" type="pres">
      <dgm:prSet presAssocID="{F26BE649-4A90-BE40-B2D3-0BC32ED2D380}" presName="linNode" presStyleCnt="0"/>
      <dgm:spPr/>
    </dgm:pt>
    <dgm:pt modelId="{592AD402-AC1F-664A-84BE-24C41B0F3B78}" type="pres">
      <dgm:prSet presAssocID="{F26BE649-4A90-BE40-B2D3-0BC32ED2D380}" presName="parentShp" presStyleLbl="node1" presStyleIdx="3" presStyleCnt="4">
        <dgm:presLayoutVars>
          <dgm:bulletEnabled val="1"/>
        </dgm:presLayoutVars>
      </dgm:prSet>
      <dgm:spPr/>
    </dgm:pt>
    <dgm:pt modelId="{2E061D55-7BF4-A841-9AF6-00BD59D33223}" type="pres">
      <dgm:prSet presAssocID="{F26BE649-4A90-BE40-B2D3-0BC32ED2D380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7D1C7A04-8D63-D040-9ECD-FB847FFD3BFD}" type="presOf" srcId="{6F9BB499-A0C8-C94A-A3BF-369BB66E7371}" destId="{F05C95CA-41C4-2340-A18E-CA221BE35CA1}" srcOrd="0" destOrd="0" presId="urn:microsoft.com/office/officeart/2005/8/layout/vList6"/>
    <dgm:cxn modelId="{DA1E7E0F-CC8A-A849-AE58-A7E08E622794}" srcId="{F26BE649-4A90-BE40-B2D3-0BC32ED2D380}" destId="{68FF3C96-149A-5444-81BE-6381AFC36FFA}" srcOrd="0" destOrd="0" parTransId="{041DEF41-6C22-A343-8A7E-247B89CE1AA8}" sibTransId="{7E220D29-3A50-7346-BDFB-EF22A95995D3}"/>
    <dgm:cxn modelId="{9A8A8728-AA54-F841-A104-7993C70BC2CB}" type="presOf" srcId="{B5AF1AAD-5A28-F24E-83FD-6B55813ED1A0}" destId="{5920AC2D-F953-3F45-85CF-E660A0E7077B}" srcOrd="0" destOrd="0" presId="urn:microsoft.com/office/officeart/2005/8/layout/vList6"/>
    <dgm:cxn modelId="{A0DCD229-80E5-4B43-8B24-00438CFE9361}" type="presOf" srcId="{F26BE649-4A90-BE40-B2D3-0BC32ED2D380}" destId="{592AD402-AC1F-664A-84BE-24C41B0F3B78}" srcOrd="0" destOrd="0" presId="urn:microsoft.com/office/officeart/2005/8/layout/vList6"/>
    <dgm:cxn modelId="{A1604570-0ACC-1442-9895-AC7DF112E966}" srcId="{0A4B47E8-AB63-BF43-9C22-D6F10369FB47}" destId="{B5AF1AAD-5A28-F24E-83FD-6B55813ED1A0}" srcOrd="1" destOrd="0" parTransId="{3492AD99-4406-5848-A5E7-37DE9BB39F58}" sibTransId="{ED33D803-0EFB-A046-9D57-4C6AF71F52A6}"/>
    <dgm:cxn modelId="{4F43087B-3C27-A64B-8089-27D560D88359}" type="presOf" srcId="{5FC5A5AD-95D5-9B4B-91D1-FD34A20FE62F}" destId="{8A9CCC3F-1CB8-9641-B931-BB713B0A5CCD}" srcOrd="0" destOrd="0" presId="urn:microsoft.com/office/officeart/2005/8/layout/vList6"/>
    <dgm:cxn modelId="{AC2B9385-53F9-8343-B1C7-12299DE1B329}" srcId="{0A4B47E8-AB63-BF43-9C22-D6F10369FB47}" destId="{6F9BB499-A0C8-C94A-A3BF-369BB66E7371}" srcOrd="2" destOrd="0" parTransId="{6090C05C-C0E2-6246-BB94-33F2F1EC86FF}" sibTransId="{C59F57E1-55DC-CF46-8024-C7C0426B68F7}"/>
    <dgm:cxn modelId="{6171529F-5584-AE46-8657-430FD25ACC6F}" type="presOf" srcId="{FE695145-4D69-6C49-98AB-BC6EFAB4C357}" destId="{DB970B5E-FF8A-5C4C-A388-1F4C7130B80B}" srcOrd="0" destOrd="0" presId="urn:microsoft.com/office/officeart/2005/8/layout/vList6"/>
    <dgm:cxn modelId="{B3EA44A0-F827-6C41-A23D-ACD4C688A203}" type="presOf" srcId="{0A4B47E8-AB63-BF43-9C22-D6F10369FB47}" destId="{2CB9D6B7-4A84-0C4F-95FF-704A5DBC5494}" srcOrd="0" destOrd="0" presId="urn:microsoft.com/office/officeart/2005/8/layout/vList6"/>
    <dgm:cxn modelId="{F128A3AA-699A-5C47-BA5D-3A24ABE6F7A1}" srcId="{5FC5A5AD-95D5-9B4B-91D1-FD34A20FE62F}" destId="{7A20584A-C1C2-744E-9F35-1337FC300715}" srcOrd="0" destOrd="0" parTransId="{34F2C9B5-ECE6-CF44-8BA3-EF99AD425BB0}" sibTransId="{515F3422-D59D-F249-997C-51D7B85CFC7E}"/>
    <dgm:cxn modelId="{994F66BB-FCB8-AD40-BC4A-8445BE9560B8}" srcId="{B5AF1AAD-5A28-F24E-83FD-6B55813ED1A0}" destId="{FE695145-4D69-6C49-98AB-BC6EFAB4C357}" srcOrd="0" destOrd="0" parTransId="{CF3627D6-49A4-E141-9B40-394A6F34E50A}" sibTransId="{DEA00AAB-A982-2B42-B75E-67CB5DFE81AC}"/>
    <dgm:cxn modelId="{E190A2CA-FC73-5C46-BA17-EA5A06EB579C}" type="presOf" srcId="{24A01878-30D0-8348-962D-6A88B7BCC0A0}" destId="{04905AD3-DB51-2544-B564-18873F040FEB}" srcOrd="0" destOrd="0" presId="urn:microsoft.com/office/officeart/2005/8/layout/vList6"/>
    <dgm:cxn modelId="{6EE862E2-DA91-B049-BCCA-9E3CE79B898B}" srcId="{0A4B47E8-AB63-BF43-9C22-D6F10369FB47}" destId="{F26BE649-4A90-BE40-B2D3-0BC32ED2D380}" srcOrd="3" destOrd="0" parTransId="{6412593E-2EC3-2C49-997F-1D3DB365832F}" sibTransId="{4495AA6F-1B0E-1945-98BB-206053D6CEFF}"/>
    <dgm:cxn modelId="{37B691E3-71C3-0A4A-BA8A-B8D03AE3590B}" type="presOf" srcId="{7A20584A-C1C2-744E-9F35-1337FC300715}" destId="{9CE779F8-0CFA-6A49-ADE1-052BF0E71409}" srcOrd="0" destOrd="0" presId="urn:microsoft.com/office/officeart/2005/8/layout/vList6"/>
    <dgm:cxn modelId="{8A234CEB-FCEA-1040-AA7E-0A51B765971A}" srcId="{0A4B47E8-AB63-BF43-9C22-D6F10369FB47}" destId="{5FC5A5AD-95D5-9B4B-91D1-FD34A20FE62F}" srcOrd="0" destOrd="0" parTransId="{DBE34B1C-BDD2-BB45-B6A7-3C257727E068}" sibTransId="{ADB6A1DC-BD27-9541-AFAB-F598767FE681}"/>
    <dgm:cxn modelId="{4A857EF2-B31A-E34A-822C-D6C600731720}" srcId="{6F9BB499-A0C8-C94A-A3BF-369BB66E7371}" destId="{24A01878-30D0-8348-962D-6A88B7BCC0A0}" srcOrd="0" destOrd="0" parTransId="{A1A7D2FA-00EF-D042-BCA2-EF5FBCAF85A9}" sibTransId="{D53CB0B1-9E9B-8242-BE19-37EE6AA98C7B}"/>
    <dgm:cxn modelId="{677E2EFE-0E28-9F4C-90B2-902674C47F18}" type="presOf" srcId="{68FF3C96-149A-5444-81BE-6381AFC36FFA}" destId="{2E061D55-7BF4-A841-9AF6-00BD59D33223}" srcOrd="0" destOrd="0" presId="urn:microsoft.com/office/officeart/2005/8/layout/vList6"/>
    <dgm:cxn modelId="{33D5067E-BC83-C647-B8C6-3AAD293E5A52}" type="presParOf" srcId="{2CB9D6B7-4A84-0C4F-95FF-704A5DBC5494}" destId="{C9A463E1-9700-154C-A0EE-218E04CE20A5}" srcOrd="0" destOrd="0" presId="urn:microsoft.com/office/officeart/2005/8/layout/vList6"/>
    <dgm:cxn modelId="{8396A330-AB4B-AB4F-B17B-39C2F0CECA78}" type="presParOf" srcId="{C9A463E1-9700-154C-A0EE-218E04CE20A5}" destId="{8A9CCC3F-1CB8-9641-B931-BB713B0A5CCD}" srcOrd="0" destOrd="0" presId="urn:microsoft.com/office/officeart/2005/8/layout/vList6"/>
    <dgm:cxn modelId="{C340741C-2D0F-F246-B164-F99CE7A07663}" type="presParOf" srcId="{C9A463E1-9700-154C-A0EE-218E04CE20A5}" destId="{9CE779F8-0CFA-6A49-ADE1-052BF0E71409}" srcOrd="1" destOrd="0" presId="urn:microsoft.com/office/officeart/2005/8/layout/vList6"/>
    <dgm:cxn modelId="{076DF804-621D-9749-A1DD-E7E81104512B}" type="presParOf" srcId="{2CB9D6B7-4A84-0C4F-95FF-704A5DBC5494}" destId="{987FBF8C-17A3-E348-B42C-1FBDF117EF8A}" srcOrd="1" destOrd="0" presId="urn:microsoft.com/office/officeart/2005/8/layout/vList6"/>
    <dgm:cxn modelId="{27FF2DB2-B419-9141-8469-FAD532830A73}" type="presParOf" srcId="{2CB9D6B7-4A84-0C4F-95FF-704A5DBC5494}" destId="{728CBB75-8125-D549-9ADD-85996F3302BD}" srcOrd="2" destOrd="0" presId="urn:microsoft.com/office/officeart/2005/8/layout/vList6"/>
    <dgm:cxn modelId="{BE6EE94D-DEDB-5346-860E-41EB09556AC9}" type="presParOf" srcId="{728CBB75-8125-D549-9ADD-85996F3302BD}" destId="{5920AC2D-F953-3F45-85CF-E660A0E7077B}" srcOrd="0" destOrd="0" presId="urn:microsoft.com/office/officeart/2005/8/layout/vList6"/>
    <dgm:cxn modelId="{B6F67274-12D5-9B47-AE01-6796C45EBA30}" type="presParOf" srcId="{728CBB75-8125-D549-9ADD-85996F3302BD}" destId="{DB970B5E-FF8A-5C4C-A388-1F4C7130B80B}" srcOrd="1" destOrd="0" presId="urn:microsoft.com/office/officeart/2005/8/layout/vList6"/>
    <dgm:cxn modelId="{DC968CB2-62D2-014D-BC05-BA49F797DCE7}" type="presParOf" srcId="{2CB9D6B7-4A84-0C4F-95FF-704A5DBC5494}" destId="{6990A760-64F8-B747-B13A-7A56D5178E5D}" srcOrd="3" destOrd="0" presId="urn:microsoft.com/office/officeart/2005/8/layout/vList6"/>
    <dgm:cxn modelId="{8D9A1E30-7A64-1441-BDDA-09DC37B92CF3}" type="presParOf" srcId="{2CB9D6B7-4A84-0C4F-95FF-704A5DBC5494}" destId="{32287E9D-CE93-B646-A890-14E388396515}" srcOrd="4" destOrd="0" presId="urn:microsoft.com/office/officeart/2005/8/layout/vList6"/>
    <dgm:cxn modelId="{EA200408-6426-0441-BFF5-95DA7F5546B1}" type="presParOf" srcId="{32287E9D-CE93-B646-A890-14E388396515}" destId="{F05C95CA-41C4-2340-A18E-CA221BE35CA1}" srcOrd="0" destOrd="0" presId="urn:microsoft.com/office/officeart/2005/8/layout/vList6"/>
    <dgm:cxn modelId="{10F5295E-659C-834B-A254-DA9A0C05D39B}" type="presParOf" srcId="{32287E9D-CE93-B646-A890-14E388396515}" destId="{04905AD3-DB51-2544-B564-18873F040FEB}" srcOrd="1" destOrd="0" presId="urn:microsoft.com/office/officeart/2005/8/layout/vList6"/>
    <dgm:cxn modelId="{2FC34C4D-1F7E-AE46-9B2C-8043930D708E}" type="presParOf" srcId="{2CB9D6B7-4A84-0C4F-95FF-704A5DBC5494}" destId="{92774C72-B748-9F45-B8FD-96316159E105}" srcOrd="5" destOrd="0" presId="urn:microsoft.com/office/officeart/2005/8/layout/vList6"/>
    <dgm:cxn modelId="{3D123E00-7C3B-5E4C-B309-C9F7A2133F66}" type="presParOf" srcId="{2CB9D6B7-4A84-0C4F-95FF-704A5DBC5494}" destId="{B09DFEF9-A672-D243-87D2-E647243DE52D}" srcOrd="6" destOrd="0" presId="urn:microsoft.com/office/officeart/2005/8/layout/vList6"/>
    <dgm:cxn modelId="{DD17C271-F601-8B4A-986B-5DC4AD94D063}" type="presParOf" srcId="{B09DFEF9-A672-D243-87D2-E647243DE52D}" destId="{592AD402-AC1F-664A-84BE-24C41B0F3B78}" srcOrd="0" destOrd="0" presId="urn:microsoft.com/office/officeart/2005/8/layout/vList6"/>
    <dgm:cxn modelId="{B6BD268C-4AB1-BC47-9B67-43087FFE6ED1}" type="presParOf" srcId="{B09DFEF9-A672-D243-87D2-E647243DE52D}" destId="{2E061D55-7BF4-A841-9AF6-00BD59D33223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04EF5-A48C-B24E-B4EF-451829E19CBD}">
      <dsp:nvSpPr>
        <dsp:cNvPr id="0" name=""/>
        <dsp:cNvSpPr/>
      </dsp:nvSpPr>
      <dsp:spPr>
        <a:xfrm>
          <a:off x="4876799" y="2892"/>
          <a:ext cx="7315199" cy="221545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Organe Décisionnel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Siège à Genève</a:t>
          </a:r>
        </a:p>
      </dsp:txBody>
      <dsp:txXfrm>
        <a:off x="4876799" y="279824"/>
        <a:ext cx="6484403" cy="1661591"/>
      </dsp:txXfrm>
    </dsp:sp>
    <dsp:sp modelId="{3FB4E5E3-90DC-1841-862A-E64776C751EC}">
      <dsp:nvSpPr>
        <dsp:cNvPr id="0" name=""/>
        <dsp:cNvSpPr/>
      </dsp:nvSpPr>
      <dsp:spPr>
        <a:xfrm>
          <a:off x="0" y="2892"/>
          <a:ext cx="4876799" cy="22154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7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Conseil de Fondation</a:t>
          </a:r>
        </a:p>
      </dsp:txBody>
      <dsp:txXfrm>
        <a:off x="108150" y="111042"/>
        <a:ext cx="4660499" cy="1999155"/>
      </dsp:txXfrm>
    </dsp:sp>
    <dsp:sp modelId="{BE6678E7-1689-5D40-BB29-46061C90B08F}">
      <dsp:nvSpPr>
        <dsp:cNvPr id="0" name=""/>
        <dsp:cNvSpPr/>
      </dsp:nvSpPr>
      <dsp:spPr>
        <a:xfrm>
          <a:off x="4877990" y="2439893"/>
          <a:ext cx="7308055" cy="304361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Organe de pilotage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Constitué majoritairement par les anciens boursier(ère)s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Siège à N’Djamena</a:t>
          </a:r>
        </a:p>
      </dsp:txBody>
      <dsp:txXfrm>
        <a:off x="4877990" y="2820345"/>
        <a:ext cx="6166700" cy="2282710"/>
      </dsp:txXfrm>
    </dsp:sp>
    <dsp:sp modelId="{EC53CE40-64B7-2141-B4D7-33AA0FFB069C}">
      <dsp:nvSpPr>
        <dsp:cNvPr id="0" name=""/>
        <dsp:cNvSpPr/>
      </dsp:nvSpPr>
      <dsp:spPr>
        <a:xfrm>
          <a:off x="5953" y="2853972"/>
          <a:ext cx="4872037" cy="2215455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7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Commission de bourse</a:t>
          </a:r>
        </a:p>
      </dsp:txBody>
      <dsp:txXfrm>
        <a:off x="114103" y="2962122"/>
        <a:ext cx="4655737" cy="19991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3AC6B-21A8-0F48-873B-5AA80809F3D2}">
      <dsp:nvSpPr>
        <dsp:cNvPr id="0" name=""/>
        <dsp:cNvSpPr/>
      </dsp:nvSpPr>
      <dsp:spPr>
        <a:xfrm rot="5400000">
          <a:off x="1803156" y="1617595"/>
          <a:ext cx="1430623" cy="162871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B1FD3-6AB9-7D4C-94FB-BAB48CD2C74F}">
      <dsp:nvSpPr>
        <dsp:cNvPr id="0" name=""/>
        <dsp:cNvSpPr/>
      </dsp:nvSpPr>
      <dsp:spPr>
        <a:xfrm>
          <a:off x="25045" y="31720"/>
          <a:ext cx="5206492" cy="1685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Jean-Claude BADOUX </a:t>
          </a:r>
        </a:p>
      </dsp:txBody>
      <dsp:txXfrm>
        <a:off x="107351" y="114026"/>
        <a:ext cx="5041880" cy="1521139"/>
      </dsp:txXfrm>
    </dsp:sp>
    <dsp:sp modelId="{5872579C-E2B8-E047-A4BE-876B4CCD786A}">
      <dsp:nvSpPr>
        <dsp:cNvPr id="0" name=""/>
        <dsp:cNvSpPr/>
      </dsp:nvSpPr>
      <dsp:spPr>
        <a:xfrm>
          <a:off x="3832456" y="192495"/>
          <a:ext cx="1751588" cy="136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BB8FC6-F049-AE48-9536-6FC5E3D80B03}">
      <dsp:nvSpPr>
        <dsp:cNvPr id="0" name=""/>
        <dsp:cNvSpPr/>
      </dsp:nvSpPr>
      <dsp:spPr>
        <a:xfrm rot="5400000">
          <a:off x="4566556" y="3511250"/>
          <a:ext cx="1430623" cy="162871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B074F-E54C-0048-A5BC-3CCD1C7809B6}">
      <dsp:nvSpPr>
        <dsp:cNvPr id="0" name=""/>
        <dsp:cNvSpPr/>
      </dsp:nvSpPr>
      <dsp:spPr>
        <a:xfrm>
          <a:off x="2693365" y="1925375"/>
          <a:ext cx="5396654" cy="1685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Charly MAURER</a:t>
          </a:r>
        </a:p>
      </dsp:txBody>
      <dsp:txXfrm>
        <a:off x="2775671" y="2007681"/>
        <a:ext cx="5232042" cy="1521139"/>
      </dsp:txXfrm>
    </dsp:sp>
    <dsp:sp modelId="{60F6FCE2-E12F-9E46-9092-4F20F3BF1AEF}">
      <dsp:nvSpPr>
        <dsp:cNvPr id="0" name=""/>
        <dsp:cNvSpPr/>
      </dsp:nvSpPr>
      <dsp:spPr>
        <a:xfrm>
          <a:off x="6595856" y="2086150"/>
          <a:ext cx="1751588" cy="136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8A5FBF-1167-3B4B-9858-CFAD57B5C7D3}">
      <dsp:nvSpPr>
        <dsp:cNvPr id="0" name=""/>
        <dsp:cNvSpPr/>
      </dsp:nvSpPr>
      <dsp:spPr>
        <a:xfrm>
          <a:off x="5361684" y="3819031"/>
          <a:ext cx="6249948" cy="1685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Haroun ZORRINO</a:t>
          </a:r>
        </a:p>
      </dsp:txBody>
      <dsp:txXfrm>
        <a:off x="5443990" y="3901337"/>
        <a:ext cx="6085336" cy="15211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017DF-2801-CF41-99DA-8648D226756E}">
      <dsp:nvSpPr>
        <dsp:cNvPr id="0" name=""/>
        <dsp:cNvSpPr/>
      </dsp:nvSpPr>
      <dsp:spPr>
        <a:xfrm rot="10800000">
          <a:off x="-2" y="2020"/>
          <a:ext cx="12292212" cy="10614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786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Geneviève PILLET </a:t>
          </a:r>
          <a:endParaRPr lang="fr-FR" sz="4000" kern="1200" dirty="0"/>
        </a:p>
      </dsp:txBody>
      <dsp:txXfrm rot="10800000">
        <a:off x="265372" y="2020"/>
        <a:ext cx="12026838" cy="1061498"/>
      </dsp:txXfrm>
    </dsp:sp>
    <dsp:sp modelId="{E18F9A6E-8058-2843-9CF6-C4DECF5999AF}">
      <dsp:nvSpPr>
        <dsp:cNvPr id="0" name=""/>
        <dsp:cNvSpPr/>
      </dsp:nvSpPr>
      <dsp:spPr>
        <a:xfrm>
          <a:off x="0" y="176877"/>
          <a:ext cx="793216" cy="7932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FF62F-02EE-9047-AE72-FEDF053D8A7F}">
      <dsp:nvSpPr>
        <dsp:cNvPr id="0" name=""/>
        <dsp:cNvSpPr/>
      </dsp:nvSpPr>
      <dsp:spPr>
        <a:xfrm rot="10800000">
          <a:off x="71602" y="1266262"/>
          <a:ext cx="12220605" cy="88391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786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Charly MAURER </a:t>
          </a:r>
        </a:p>
      </dsp:txBody>
      <dsp:txXfrm rot="10800000">
        <a:off x="292580" y="1266262"/>
        <a:ext cx="11999627" cy="883912"/>
      </dsp:txXfrm>
    </dsp:sp>
    <dsp:sp modelId="{E05A13D0-4F44-6643-81EC-FEFD771A6DC1}">
      <dsp:nvSpPr>
        <dsp:cNvPr id="0" name=""/>
        <dsp:cNvSpPr/>
      </dsp:nvSpPr>
      <dsp:spPr>
        <a:xfrm>
          <a:off x="0" y="1345647"/>
          <a:ext cx="793216" cy="7932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2A5D1-C785-B14E-B3CB-1EEBF7B54BC3}">
      <dsp:nvSpPr>
        <dsp:cNvPr id="0" name=""/>
        <dsp:cNvSpPr/>
      </dsp:nvSpPr>
      <dsp:spPr>
        <a:xfrm rot="10800000">
          <a:off x="-2" y="2457569"/>
          <a:ext cx="12292212" cy="11573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786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solidFill>
                <a:prstClr val="white"/>
              </a:solidFill>
              <a:latin typeface="Arial Black" panose="020B0604020202020204" pitchFamily="34" charset="0"/>
              <a:ea typeface="+mn-ea"/>
              <a:cs typeface="Arial Black" panose="020B0604020202020204" pitchFamily="34" charset="0"/>
            </a:rPr>
            <a:t>Anne-Françoise GIOVANNONI </a:t>
          </a:r>
        </a:p>
      </dsp:txBody>
      <dsp:txXfrm rot="10800000">
        <a:off x="289341" y="2457569"/>
        <a:ext cx="12002869" cy="1157374"/>
      </dsp:txXfrm>
    </dsp:sp>
    <dsp:sp modelId="{E9B003F6-CF2A-BD46-94CB-7D2B10DB4B5F}">
      <dsp:nvSpPr>
        <dsp:cNvPr id="0" name=""/>
        <dsp:cNvSpPr/>
      </dsp:nvSpPr>
      <dsp:spPr>
        <a:xfrm>
          <a:off x="0" y="2603072"/>
          <a:ext cx="793216" cy="7932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62FE8-9BD7-3748-BAB8-902168D77E63}">
      <dsp:nvSpPr>
        <dsp:cNvPr id="0" name=""/>
        <dsp:cNvSpPr/>
      </dsp:nvSpPr>
      <dsp:spPr>
        <a:xfrm rot="10800000">
          <a:off x="-2" y="3815149"/>
          <a:ext cx="12292212" cy="929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786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solidFill>
                <a:prstClr val="white"/>
              </a:solidFill>
              <a:latin typeface="Arial Black" panose="020B0604020202020204" pitchFamily="34" charset="0"/>
              <a:ea typeface="+mn-ea"/>
              <a:cs typeface="Arial Black" panose="020B0604020202020204" pitchFamily="34" charset="0"/>
            </a:rPr>
            <a:t>Jean-Paul MBATNA </a:t>
          </a:r>
        </a:p>
      </dsp:txBody>
      <dsp:txXfrm rot="10800000">
        <a:off x="232458" y="3815149"/>
        <a:ext cx="12059752" cy="929840"/>
      </dsp:txXfrm>
    </dsp:sp>
    <dsp:sp modelId="{9B308DE4-31D0-C64E-A027-753EC210C6A2}">
      <dsp:nvSpPr>
        <dsp:cNvPr id="0" name=""/>
        <dsp:cNvSpPr/>
      </dsp:nvSpPr>
      <dsp:spPr>
        <a:xfrm>
          <a:off x="0" y="3883460"/>
          <a:ext cx="793216" cy="7932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E89CA-DAAF-6E47-888B-5EC75AFF8878}">
      <dsp:nvSpPr>
        <dsp:cNvPr id="0" name=""/>
        <dsp:cNvSpPr/>
      </dsp:nvSpPr>
      <dsp:spPr>
        <a:xfrm rot="10800000">
          <a:off x="128743" y="4981770"/>
          <a:ext cx="12107963" cy="93475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786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Haroun ZORRINO </a:t>
          </a:r>
        </a:p>
      </dsp:txBody>
      <dsp:txXfrm rot="10800000">
        <a:off x="362432" y="4981770"/>
        <a:ext cx="11874274" cy="934758"/>
      </dsp:txXfrm>
    </dsp:sp>
    <dsp:sp modelId="{7881E720-9940-9D4E-A348-53257448A03A}">
      <dsp:nvSpPr>
        <dsp:cNvPr id="0" name=""/>
        <dsp:cNvSpPr/>
      </dsp:nvSpPr>
      <dsp:spPr>
        <a:xfrm>
          <a:off x="0" y="5052541"/>
          <a:ext cx="793216" cy="79321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92FD3-D3AD-1641-AFEF-5F8C1E4FF25E}">
      <dsp:nvSpPr>
        <dsp:cNvPr id="0" name=""/>
        <dsp:cNvSpPr/>
      </dsp:nvSpPr>
      <dsp:spPr>
        <a:xfrm rot="10800000">
          <a:off x="-2" y="1398"/>
          <a:ext cx="11883028" cy="738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DJIVIDI NDONDO François</a:t>
          </a:r>
        </a:p>
      </dsp:txBody>
      <dsp:txXfrm rot="10800000">
        <a:off x="184655" y="1398"/>
        <a:ext cx="11698371" cy="738627"/>
      </dsp:txXfrm>
    </dsp:sp>
    <dsp:sp modelId="{307767D6-314B-734C-8702-3BD2953ED0BB}">
      <dsp:nvSpPr>
        <dsp:cNvPr id="0" name=""/>
        <dsp:cNvSpPr/>
      </dsp:nvSpPr>
      <dsp:spPr>
        <a:xfrm>
          <a:off x="159711" y="0"/>
          <a:ext cx="738627" cy="73862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B3498-556E-DF4C-94F1-78BFDA919030}">
      <dsp:nvSpPr>
        <dsp:cNvPr id="0" name=""/>
        <dsp:cNvSpPr/>
      </dsp:nvSpPr>
      <dsp:spPr>
        <a:xfrm rot="10800000">
          <a:off x="-2" y="1023147"/>
          <a:ext cx="11883028" cy="738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Remy M’BATNA</a:t>
          </a:r>
        </a:p>
      </dsp:txBody>
      <dsp:txXfrm rot="10800000">
        <a:off x="184655" y="1023147"/>
        <a:ext cx="11698371" cy="738627"/>
      </dsp:txXfrm>
    </dsp:sp>
    <dsp:sp modelId="{37937FEF-7C80-A54A-9196-1B3F9A16E6A6}">
      <dsp:nvSpPr>
        <dsp:cNvPr id="0" name=""/>
        <dsp:cNvSpPr/>
      </dsp:nvSpPr>
      <dsp:spPr>
        <a:xfrm>
          <a:off x="170856" y="960511"/>
          <a:ext cx="738627" cy="73862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5BB116-206D-DF4F-86AF-DA7AE27021D7}">
      <dsp:nvSpPr>
        <dsp:cNvPr id="0" name=""/>
        <dsp:cNvSpPr/>
      </dsp:nvSpPr>
      <dsp:spPr>
        <a:xfrm rot="10800000">
          <a:off x="-2" y="1919625"/>
          <a:ext cx="11883028" cy="738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BEALEM Aristide</a:t>
          </a:r>
        </a:p>
      </dsp:txBody>
      <dsp:txXfrm rot="10800000">
        <a:off x="184655" y="1919625"/>
        <a:ext cx="11698371" cy="738627"/>
      </dsp:txXfrm>
    </dsp:sp>
    <dsp:sp modelId="{D8D7D3AD-AFF9-F24E-B6AC-C77C46F1E21B}">
      <dsp:nvSpPr>
        <dsp:cNvPr id="0" name=""/>
        <dsp:cNvSpPr/>
      </dsp:nvSpPr>
      <dsp:spPr>
        <a:xfrm>
          <a:off x="139775" y="1857469"/>
          <a:ext cx="738627" cy="73862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9494F-8BA8-F94E-BA44-F79FC8CF4A8A}">
      <dsp:nvSpPr>
        <dsp:cNvPr id="0" name=""/>
        <dsp:cNvSpPr/>
      </dsp:nvSpPr>
      <dsp:spPr>
        <a:xfrm rot="10800000">
          <a:off x="-2" y="2878738"/>
          <a:ext cx="11883028" cy="738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BUREAU Nestor</a:t>
          </a:r>
        </a:p>
      </dsp:txBody>
      <dsp:txXfrm rot="10800000">
        <a:off x="184655" y="2878738"/>
        <a:ext cx="11698371" cy="738627"/>
      </dsp:txXfrm>
    </dsp:sp>
    <dsp:sp modelId="{9283CF05-6FB0-224D-B63F-B0462DBA0AB1}">
      <dsp:nvSpPr>
        <dsp:cNvPr id="0" name=""/>
        <dsp:cNvSpPr/>
      </dsp:nvSpPr>
      <dsp:spPr>
        <a:xfrm>
          <a:off x="150138" y="2806227"/>
          <a:ext cx="738627" cy="73862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73138-8324-474C-AB98-173DC4C26CD0}">
      <dsp:nvSpPr>
        <dsp:cNvPr id="0" name=""/>
        <dsp:cNvSpPr/>
      </dsp:nvSpPr>
      <dsp:spPr>
        <a:xfrm rot="10800000">
          <a:off x="-2" y="3837851"/>
          <a:ext cx="11883028" cy="738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TOGOZIA M’BATNA Augustin</a:t>
          </a:r>
        </a:p>
      </dsp:txBody>
      <dsp:txXfrm rot="10800000">
        <a:off x="184655" y="3837851"/>
        <a:ext cx="11698371" cy="738627"/>
      </dsp:txXfrm>
    </dsp:sp>
    <dsp:sp modelId="{893D8E42-6E63-A640-9410-70445AAF71B8}">
      <dsp:nvSpPr>
        <dsp:cNvPr id="0" name=""/>
        <dsp:cNvSpPr/>
      </dsp:nvSpPr>
      <dsp:spPr>
        <a:xfrm>
          <a:off x="0" y="3837851"/>
          <a:ext cx="738627" cy="73862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B8047-6FDE-B54E-851C-09C1C7F02F17}">
      <dsp:nvSpPr>
        <dsp:cNvPr id="0" name=""/>
        <dsp:cNvSpPr/>
      </dsp:nvSpPr>
      <dsp:spPr>
        <a:xfrm rot="10800000">
          <a:off x="-2" y="4796964"/>
          <a:ext cx="11883028" cy="738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NDAK-MISSOU DJAORO Narcisse</a:t>
          </a:r>
        </a:p>
      </dsp:txBody>
      <dsp:txXfrm rot="10800000">
        <a:off x="184655" y="4796964"/>
        <a:ext cx="11698371" cy="738627"/>
      </dsp:txXfrm>
    </dsp:sp>
    <dsp:sp modelId="{C39007FC-A48E-5241-B4D3-A3ADCCCFB291}">
      <dsp:nvSpPr>
        <dsp:cNvPr id="0" name=""/>
        <dsp:cNvSpPr/>
      </dsp:nvSpPr>
      <dsp:spPr>
        <a:xfrm>
          <a:off x="201931" y="4755527"/>
          <a:ext cx="738627" cy="73862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779F8-0CFA-6A49-ADE1-052BF0E71409}">
      <dsp:nvSpPr>
        <dsp:cNvPr id="0" name=""/>
        <dsp:cNvSpPr/>
      </dsp:nvSpPr>
      <dsp:spPr>
        <a:xfrm>
          <a:off x="4803647" y="1632"/>
          <a:ext cx="7205472" cy="129499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Financement et accompagnement de 15 jeunes formés au CTAP</a:t>
          </a:r>
        </a:p>
      </dsp:txBody>
      <dsp:txXfrm>
        <a:off x="4803647" y="163506"/>
        <a:ext cx="6719851" cy="971242"/>
      </dsp:txXfrm>
    </dsp:sp>
    <dsp:sp modelId="{8A9CCC3F-1CB8-9641-B931-BB713B0A5CCD}">
      <dsp:nvSpPr>
        <dsp:cNvPr id="0" name=""/>
        <dsp:cNvSpPr/>
      </dsp:nvSpPr>
      <dsp:spPr>
        <a:xfrm>
          <a:off x="0" y="1632"/>
          <a:ext cx="4803648" cy="1294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Mairie de </a:t>
          </a:r>
          <a:r>
            <a:rPr lang="fr-TD" sz="29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MEYRIN</a:t>
          </a:r>
          <a:r>
            <a:rPr lang="fr-FR" sz="29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 </a:t>
          </a:r>
        </a:p>
      </dsp:txBody>
      <dsp:txXfrm>
        <a:off x="63216" y="64848"/>
        <a:ext cx="4677216" cy="1168558"/>
      </dsp:txXfrm>
    </dsp:sp>
    <dsp:sp modelId="{DB970B5E-FF8A-5C4C-A388-1F4C7130B80B}">
      <dsp:nvSpPr>
        <dsp:cNvPr id="0" name=""/>
        <dsp:cNvSpPr/>
      </dsp:nvSpPr>
      <dsp:spPr>
        <a:xfrm>
          <a:off x="4803647" y="1426121"/>
          <a:ext cx="7205472" cy="129499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Financement et accompagnement de 23 jeunes formés au CTAP</a:t>
          </a:r>
          <a:r>
            <a:rPr lang="fr-FR" sz="2800" kern="1200" dirty="0"/>
            <a:t>	</a:t>
          </a:r>
        </a:p>
      </dsp:txBody>
      <dsp:txXfrm>
        <a:off x="4803647" y="1587995"/>
        <a:ext cx="6719851" cy="971242"/>
      </dsp:txXfrm>
    </dsp:sp>
    <dsp:sp modelId="{5920AC2D-F953-3F45-85CF-E660A0E7077B}">
      <dsp:nvSpPr>
        <dsp:cNvPr id="0" name=""/>
        <dsp:cNvSpPr/>
      </dsp:nvSpPr>
      <dsp:spPr>
        <a:xfrm>
          <a:off x="0" y="1426121"/>
          <a:ext cx="4803648" cy="1294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TD" sz="2900" b="1" kern="1200" dirty="0">
              <a:latin typeface="Arial Black" panose="020B0604020202020204" pitchFamily="34" charset="0"/>
              <a:cs typeface="Arial Black" panose="020B0604020202020204" pitchFamily="34" charset="0"/>
            </a:rPr>
            <a:t>Fondation CHRISTA</a:t>
          </a:r>
          <a:endParaRPr lang="fr-FR" sz="2900" kern="1200" dirty="0"/>
        </a:p>
      </dsp:txBody>
      <dsp:txXfrm>
        <a:off x="63216" y="1489337"/>
        <a:ext cx="4677216" cy="1168558"/>
      </dsp:txXfrm>
    </dsp:sp>
    <dsp:sp modelId="{04905AD3-DB51-2544-B564-18873F040FEB}">
      <dsp:nvSpPr>
        <dsp:cNvPr id="0" name=""/>
        <dsp:cNvSpPr/>
      </dsp:nvSpPr>
      <dsp:spPr>
        <a:xfrm>
          <a:off x="4803647" y="2850611"/>
          <a:ext cx="7205472" cy="129499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Financement de 15 jeunes formé dans le domaine de santé</a:t>
          </a:r>
        </a:p>
      </dsp:txBody>
      <dsp:txXfrm>
        <a:off x="4803647" y="3012485"/>
        <a:ext cx="6719851" cy="971242"/>
      </dsp:txXfrm>
    </dsp:sp>
    <dsp:sp modelId="{F05C95CA-41C4-2340-A18E-CA221BE35CA1}">
      <dsp:nvSpPr>
        <dsp:cNvPr id="0" name=""/>
        <dsp:cNvSpPr/>
      </dsp:nvSpPr>
      <dsp:spPr>
        <a:xfrm>
          <a:off x="0" y="2850611"/>
          <a:ext cx="4803648" cy="1294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TD" sz="2900" b="1" kern="1200" dirty="0">
              <a:latin typeface="Arial Black" panose="020B0604020202020204" pitchFamily="34" charset="0"/>
              <a:cs typeface="Arial Black" panose="020B0604020202020204" pitchFamily="34" charset="0"/>
            </a:rPr>
            <a:t>Fondation GREENDALE</a:t>
          </a:r>
        </a:p>
      </dsp:txBody>
      <dsp:txXfrm>
        <a:off x="63216" y="2913827"/>
        <a:ext cx="4677216" cy="1168558"/>
      </dsp:txXfrm>
    </dsp:sp>
    <dsp:sp modelId="{2E061D55-7BF4-A841-9AF6-00BD59D33223}">
      <dsp:nvSpPr>
        <dsp:cNvPr id="0" name=""/>
        <dsp:cNvSpPr/>
      </dsp:nvSpPr>
      <dsp:spPr>
        <a:xfrm>
          <a:off x="4803647" y="4275100"/>
          <a:ext cx="7205472" cy="129499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8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 Environ 80 personnes qui soutiennent Tchad-Avenir </a:t>
          </a:r>
        </a:p>
      </dsp:txBody>
      <dsp:txXfrm>
        <a:off x="4803647" y="4436974"/>
        <a:ext cx="6719851" cy="971242"/>
      </dsp:txXfrm>
    </dsp:sp>
    <dsp:sp modelId="{592AD402-AC1F-664A-84BE-24C41B0F3B78}">
      <dsp:nvSpPr>
        <dsp:cNvPr id="0" name=""/>
        <dsp:cNvSpPr/>
      </dsp:nvSpPr>
      <dsp:spPr>
        <a:xfrm>
          <a:off x="0" y="4275100"/>
          <a:ext cx="4803648" cy="1294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b="1" i="0" kern="1200" dirty="0">
              <a:latin typeface="Arial Black" panose="020B0604020202020204" pitchFamily="34" charset="0"/>
              <a:cs typeface="Arial Black" panose="020B0604020202020204" pitchFamily="34" charset="0"/>
            </a:rPr>
            <a:t> DONATEUR(TRICE)S </a:t>
          </a:r>
        </a:p>
      </dsp:txBody>
      <dsp:txXfrm>
        <a:off x="63216" y="4338316"/>
        <a:ext cx="4677216" cy="1168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0.3435</cdr:x>
      <cdr:y>0.1426</cdr:y>
    </cdr:from>
    <cdr:to>
      <cdr:x>0.3863</cdr:x>
      <cdr:y>0.17614</cdr:y>
    </cdr:to>
    <cdr:cxnSp macro="">
      <cdr:nvCxnSpPr>
        <cdr:cNvPr id="3" name="Connecteur droit avec flèche 2">
          <a:extLst xmlns:a="http://schemas.openxmlformats.org/drawingml/2006/main">
            <a:ext uri="{FF2B5EF4-FFF2-40B4-BE49-F238E27FC236}">
              <a16:creationId xmlns:a16="http://schemas.microsoft.com/office/drawing/2014/main" id="{EBB43744-8CF6-DF80-0B07-B3839848C555}"/>
            </a:ext>
          </a:extLst>
        </cdr:cNvPr>
        <cdr:cNvCxnSpPr/>
      </cdr:nvCxnSpPr>
      <cdr:spPr>
        <a:xfrm xmlns:a="http://schemas.openxmlformats.org/drawingml/2006/main">
          <a:off x="4187951" y="971840"/>
          <a:ext cx="521819" cy="228586"/>
        </a:xfrm>
        <a:prstGeom xmlns:a="http://schemas.openxmlformats.org/drawingml/2006/main" prst="straightConnector1">
          <a:avLst/>
        </a:prstGeom>
        <a:ln xmlns:a="http://schemas.openxmlformats.org/drawingml/2006/main" w="762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0.77363</cdr:x>
      <cdr:y>0.2518</cdr:y>
    </cdr:from>
    <cdr:to>
      <cdr:x>0.852</cdr:x>
      <cdr:y>0.32532</cdr:y>
    </cdr:to>
    <cdr:cxnSp macro="">
      <cdr:nvCxnSpPr>
        <cdr:cNvPr id="5" name="Connecteur droit avec flèche 4">
          <a:extLst xmlns:a="http://schemas.openxmlformats.org/drawingml/2006/main">
            <a:ext uri="{FF2B5EF4-FFF2-40B4-BE49-F238E27FC236}">
              <a16:creationId xmlns:a16="http://schemas.microsoft.com/office/drawing/2014/main" id="{EB3F6BB1-F869-05DA-6373-ADCF7E9C552E}"/>
            </a:ext>
          </a:extLst>
        </cdr:cNvPr>
        <cdr:cNvCxnSpPr/>
      </cdr:nvCxnSpPr>
      <cdr:spPr>
        <a:xfrm xmlns:a="http://schemas.openxmlformats.org/drawingml/2006/main" flipH="1">
          <a:off x="9432097" y="1716060"/>
          <a:ext cx="955486" cy="501054"/>
        </a:xfrm>
        <a:prstGeom xmlns:a="http://schemas.openxmlformats.org/drawingml/2006/main" prst="straightConnector1">
          <a:avLst/>
        </a:prstGeom>
        <a:ln xmlns:a="http://schemas.openxmlformats.org/drawingml/2006/main" w="76200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0.21781</cdr:x>
      <cdr:y>0.42273</cdr:y>
    </cdr:from>
    <cdr:to>
      <cdr:x>0.30514</cdr:x>
      <cdr:y>0.4866</cdr:y>
    </cdr:to>
    <cdr:cxnSp macro="">
      <cdr:nvCxnSpPr>
        <cdr:cNvPr id="9" name="Connecteur droit avec flèche 8">
          <a:extLst xmlns:a="http://schemas.openxmlformats.org/drawingml/2006/main">
            <a:ext uri="{FF2B5EF4-FFF2-40B4-BE49-F238E27FC236}">
              <a16:creationId xmlns:a16="http://schemas.microsoft.com/office/drawing/2014/main" id="{CDEE535E-6D04-E058-DB57-BB7CC15DDC10}"/>
            </a:ext>
          </a:extLst>
        </cdr:cNvPr>
        <cdr:cNvCxnSpPr/>
      </cdr:nvCxnSpPr>
      <cdr:spPr>
        <a:xfrm xmlns:a="http://schemas.openxmlformats.org/drawingml/2006/main" flipV="1">
          <a:off x="2655517" y="2880981"/>
          <a:ext cx="1064712" cy="435279"/>
        </a:xfrm>
        <a:prstGeom xmlns:a="http://schemas.openxmlformats.org/drawingml/2006/main" prst="straightConnector1">
          <a:avLst/>
        </a:prstGeom>
        <a:ln xmlns:a="http://schemas.openxmlformats.org/drawingml/2006/main" w="76200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0.3863</cdr:x>
      <cdr:y>0.16082</cdr:y>
    </cdr:from>
    <cdr:to>
      <cdr:x>0.50822</cdr:x>
      <cdr:y>0.22791</cdr:y>
    </cdr:to>
    <cdr:sp macro="" textlink="">
      <cdr:nvSpPr>
        <cdr:cNvPr id="16" name="ZoneTexte 15">
          <a:extLst xmlns:a="http://schemas.openxmlformats.org/drawingml/2006/main">
            <a:ext uri="{FF2B5EF4-FFF2-40B4-BE49-F238E27FC236}">
              <a16:creationId xmlns:a16="http://schemas.microsoft.com/office/drawing/2014/main" id="{FECC4247-42D2-110B-D43B-40B9B0F14883}"/>
            </a:ext>
          </a:extLst>
        </cdr:cNvPr>
        <cdr:cNvSpPr txBox="1"/>
      </cdr:nvSpPr>
      <cdr:spPr>
        <a:xfrm xmlns:a="http://schemas.openxmlformats.org/drawingml/2006/main">
          <a:off x="4709786" y="1096022"/>
          <a:ext cx="1486422" cy="4572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fr-TD" sz="2400" b="1" dirty="0">
              <a:solidFill>
                <a:schemeClr val="tx1"/>
              </a:solidFill>
              <a:latin typeface="Arial Black" panose="020B0604020202020204" pitchFamily="34" charset="0"/>
              <a:cs typeface="Arial Black" panose="020B0604020202020204" pitchFamily="34" charset="0"/>
            </a:rPr>
            <a:t>15%</a:t>
          </a:r>
        </a:p>
      </cdr:txBody>
    </cdr:sp>
  </cdr:relSizeAnchor>
  <cdr:relSizeAnchor xmlns:cdr="http://schemas.openxmlformats.org/drawingml/2006/chartDrawing">
    <cdr:from>
      <cdr:x>0.32363</cdr:x>
      <cdr:y>0.37311</cdr:y>
    </cdr:from>
    <cdr:to>
      <cdr:x>0.41199</cdr:x>
      <cdr:y>0.43743</cdr:y>
    </cdr:to>
    <cdr:sp macro="" textlink="">
      <cdr:nvSpPr>
        <cdr:cNvPr id="19" name="ZoneTexte 18">
          <a:extLst xmlns:a="http://schemas.openxmlformats.org/drawingml/2006/main">
            <a:ext uri="{FF2B5EF4-FFF2-40B4-BE49-F238E27FC236}">
              <a16:creationId xmlns:a16="http://schemas.microsoft.com/office/drawing/2014/main" id="{3C540AAB-5094-1870-38E2-D0947FE8C96D}"/>
            </a:ext>
          </a:extLst>
        </cdr:cNvPr>
        <cdr:cNvSpPr txBox="1"/>
      </cdr:nvSpPr>
      <cdr:spPr>
        <a:xfrm xmlns:a="http://schemas.openxmlformats.org/drawingml/2006/main">
          <a:off x="3945698" y="2542778"/>
          <a:ext cx="1077238" cy="4384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fr-TD" sz="2400" b="1" dirty="0">
              <a:solidFill>
                <a:schemeClr val="tx1"/>
              </a:solidFill>
              <a:latin typeface="Arial Black" panose="020B0604020202020204" pitchFamily="34" charset="0"/>
              <a:cs typeface="Arial Black" panose="020B0604020202020204" pitchFamily="34" charset="0"/>
            </a:rPr>
            <a:t>9%</a:t>
          </a:r>
        </a:p>
      </cdr:txBody>
    </cdr:sp>
  </cdr:relSizeAnchor>
  <cdr:relSizeAnchor xmlns:cdr="http://schemas.openxmlformats.org/drawingml/2006/chartDrawing">
    <cdr:from>
      <cdr:x>0.699</cdr:x>
      <cdr:y>0.35914</cdr:y>
    </cdr:from>
    <cdr:to>
      <cdr:x>0.78</cdr:x>
      <cdr:y>0.44232</cdr:y>
    </cdr:to>
    <cdr:sp macro="" textlink="">
      <cdr:nvSpPr>
        <cdr:cNvPr id="2" name="ZoneTexte 1">
          <a:extLst xmlns:a="http://schemas.openxmlformats.org/drawingml/2006/main">
            <a:ext uri="{FF2B5EF4-FFF2-40B4-BE49-F238E27FC236}">
              <a16:creationId xmlns:a16="http://schemas.microsoft.com/office/drawing/2014/main" id="{786D05BB-0075-8A32-EAAA-EBF04E499514}"/>
            </a:ext>
          </a:extLst>
        </cdr:cNvPr>
        <cdr:cNvSpPr txBox="1"/>
      </cdr:nvSpPr>
      <cdr:spPr>
        <a:xfrm xmlns:a="http://schemas.openxmlformats.org/drawingml/2006/main">
          <a:off x="8522207" y="2447580"/>
          <a:ext cx="987552" cy="5669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fr-TD" sz="2400" b="1" dirty="0">
              <a:solidFill>
                <a:schemeClr val="tx1"/>
              </a:solidFill>
              <a:latin typeface="Arial Black" panose="020B0604020202020204" pitchFamily="34" charset="0"/>
              <a:cs typeface="Arial Black" panose="020B0604020202020204" pitchFamily="34" charset="0"/>
            </a:rPr>
            <a:t>76%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D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9F518-7840-2C4F-9320-9F142EE211E9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D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D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D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2981C-9B53-1844-BF0D-91142A947092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422497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D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2981C-9B53-1844-BF0D-91142A947092}" type="slidenum">
              <a:rPr lang="fr-TD" smtClean="0"/>
              <a:t>6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4040840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D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2981C-9B53-1844-BF0D-91142A947092}" type="slidenum">
              <a:rPr lang="fr-TD" smtClean="0"/>
              <a:t>9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3565173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D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2981C-9B53-1844-BF0D-91142A947092}" type="slidenum">
              <a:rPr lang="fr-TD" smtClean="0"/>
              <a:t>10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2139699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fr-T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160442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98319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fr-T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393376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614489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36443498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166619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273430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661365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9899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321834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T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3768718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T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655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fr-T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1876812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773277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550412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2197225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fr-T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383974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CF660-8CB0-FD44-8E92-FD43BC8C8C63}" type="datetimeFigureOut">
              <a:rPr lang="fr-TD" smtClean="0"/>
              <a:t>09/21/2024</a:t>
            </a:fld>
            <a:endParaRPr lang="fr-T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T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D2F15-7117-574C-832C-45FBCDE0FB01}" type="slidenum">
              <a:rPr lang="fr-TD" smtClean="0"/>
              <a:t>‹N°›</a:t>
            </a:fld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22137215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f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f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8AD7D7-60F4-DB56-7FBB-4213D242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P</a:t>
            </a:r>
            <a:r>
              <a:rPr lang="fr-TD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resentation de la fondation tchad avenir et ses realisations de 2004 - 2024</a:t>
            </a:r>
          </a:p>
        </p:txBody>
      </p:sp>
    </p:spTree>
    <p:extLst>
      <p:ext uri="{BB962C8B-B14F-4D97-AF65-F5344CB8AC3E}">
        <p14:creationId xmlns:p14="http://schemas.microsoft.com/office/powerpoint/2010/main" val="21113161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5AD0B7-A185-8D7D-6C44-9E072879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51792" cy="6729984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latin typeface="Arial Black" panose="020B0604020202020204" pitchFamily="34" charset="0"/>
                <a:cs typeface="Arial Black" panose="020B0604020202020204" pitchFamily="34" charset="0"/>
              </a:rPr>
              <a:t>U</a:t>
            </a:r>
            <a:r>
              <a:rPr lang="fr-TD" b="1" dirty="0">
                <a:latin typeface="Arial Black" panose="020B0604020202020204" pitchFamily="34" charset="0"/>
                <a:cs typeface="Arial Black" panose="020B0604020202020204" pitchFamily="34" charset="0"/>
              </a:rPr>
              <a:t>ne fondation de droit suisse créée en 2004 à l’initiative de madame geneviève pillet (fondatrice) en collaboration avec charly maurer et m’batna jean-paul</a:t>
            </a:r>
          </a:p>
        </p:txBody>
      </p:sp>
    </p:spTree>
    <p:extLst>
      <p:ext uri="{BB962C8B-B14F-4D97-AF65-F5344CB8AC3E}">
        <p14:creationId xmlns:p14="http://schemas.microsoft.com/office/powerpoint/2010/main" val="14711478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C5A92B-FCBA-718B-6E61-550BFDF6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99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fr-FR" sz="5400" b="1" dirty="0">
                <a:latin typeface="Arial Black" panose="020B0604020202020204" pitchFamily="34" charset="0"/>
                <a:cs typeface="Arial Black" panose="020B0604020202020204" pitchFamily="34" charset="0"/>
              </a:rPr>
              <a:t>B</a:t>
            </a:r>
            <a:r>
              <a:rPr lang="fr-TD" sz="5400" b="1" dirty="0">
                <a:latin typeface="Arial Black" panose="020B0604020202020204" pitchFamily="34" charset="0"/>
                <a:cs typeface="Arial Black" panose="020B0604020202020204" pitchFamily="34" charset="0"/>
              </a:rPr>
              <a:t>ut de tchad avenir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92704D-4185-D0D0-8FBD-500B5D2E3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5830"/>
            <a:ext cx="12192000" cy="5444154"/>
          </a:xfrm>
        </p:spPr>
        <p:txBody>
          <a:bodyPr/>
          <a:lstStyle/>
          <a:p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fr-FR" sz="3200" b="1" dirty="0">
                <a:effectLst/>
                <a:latin typeface="Arial Black" panose="020B0604020202020204" pitchFamily="34" charset="0"/>
                <a:ea typeface="Times New Roman" panose="02020603050405020304" pitchFamily="18" charset="0"/>
                <a:cs typeface="Arial Black" panose="020B0604020202020204" pitchFamily="34" charset="0"/>
              </a:rPr>
              <a:t>L’intention de la fondatrice est de créer un fonds devant servir à attribuer des bourses à des apprentis et à des étudiants tchadiens.</a:t>
            </a:r>
            <a:endParaRPr lang="fr-TD" sz="3200" b="1" dirty="0">
              <a:effectLst/>
              <a:latin typeface="Arial Black" panose="020B0604020202020204" pitchFamily="34" charset="0"/>
              <a:ea typeface="Times New Roman" panose="02020603050405020304" pitchFamily="18" charset="0"/>
              <a:cs typeface="Arial Black" panose="020B06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fr-TD" sz="3200" b="1" dirty="0">
              <a:effectLst/>
              <a:latin typeface="Arial Black" panose="020B0604020202020204" pitchFamily="34" charset="0"/>
              <a:ea typeface="Times New Roman" panose="02020603050405020304" pitchFamily="18" charset="0"/>
              <a:cs typeface="Arial Black" panose="020B06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fr-FR" sz="3200" b="1" dirty="0">
                <a:effectLst/>
                <a:latin typeface="Arial Black" panose="020B0604020202020204" pitchFamily="34" charset="0"/>
                <a:ea typeface="Times New Roman" panose="02020603050405020304" pitchFamily="18" charset="0"/>
                <a:cs typeface="Arial Black" panose="020B0604020202020204" pitchFamily="34" charset="0"/>
              </a:rPr>
              <a:t>La fondation a pour but de permettre à des jeunes (filles et garçons) tchadiens de milieu modeste à poursuivre leurs études dans de bonnes conditions au Tchad ou à l’étranger.</a:t>
            </a:r>
            <a:endParaRPr lang="fr-TD" sz="3200" b="1" dirty="0">
              <a:effectLst/>
              <a:latin typeface="Arial Black" panose="020B0604020202020204" pitchFamily="34" charset="0"/>
              <a:ea typeface="Times New Roman" panose="02020603050405020304" pitchFamily="18" charset="0"/>
              <a:cs typeface="Arial Black" panose="020B0604020202020204" pitchFamily="34" charset="0"/>
            </a:endParaRPr>
          </a:p>
          <a:p>
            <a:endParaRPr lang="fr-TD" dirty="0"/>
          </a:p>
        </p:txBody>
      </p:sp>
    </p:spTree>
    <p:extLst>
      <p:ext uri="{BB962C8B-B14F-4D97-AF65-F5344CB8AC3E}">
        <p14:creationId xmlns:p14="http://schemas.microsoft.com/office/powerpoint/2010/main" val="4287085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A38E0-F63E-C88C-05AC-E6E46D83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93521"/>
          </a:xfrm>
        </p:spPr>
        <p:txBody>
          <a:bodyPr>
            <a:normAutofit fontScale="90000"/>
          </a:bodyPr>
          <a:lstStyle/>
          <a:p>
            <a:pPr algn="ctr"/>
            <a:r>
              <a:rPr lang="fr-TD" sz="4800" b="1" dirty="0">
                <a:latin typeface="Arial Black" panose="020B0604020202020204" pitchFamily="34" charset="0"/>
                <a:cs typeface="Arial Black" panose="020B0604020202020204" pitchFamily="34" charset="0"/>
              </a:rPr>
              <a:t>Organes de gestion DE TCHAD AVENIR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A407081-F192-BB26-5451-4BD87BE66D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561196"/>
              </p:ext>
            </p:extLst>
          </p:nvPr>
        </p:nvGraphicFramePr>
        <p:xfrm>
          <a:off x="-1" y="1277655"/>
          <a:ext cx="12191999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5470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A2F5F-DF79-911E-3A2F-571D7A9C7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39452"/>
          </a:xfrm>
        </p:spPr>
        <p:txBody>
          <a:bodyPr>
            <a:normAutofit/>
          </a:bodyPr>
          <a:lstStyle/>
          <a:p>
            <a:pPr algn="ctr"/>
            <a:r>
              <a:rPr lang="fr-TD" b="1" dirty="0">
                <a:latin typeface="Arial" panose="020B0604020202020204" pitchFamily="34" charset="0"/>
                <a:cs typeface="Arial" panose="020B0604020202020204" pitchFamily="34" charset="0"/>
              </a:rPr>
              <a:t>LES PRESIDANTS DU Consil de Fondation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309871E0-BA53-C9B2-C0C7-7FBF1C65E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495105"/>
              </p:ext>
            </p:extLst>
          </p:nvPr>
        </p:nvGraphicFramePr>
        <p:xfrm>
          <a:off x="300625" y="1089764"/>
          <a:ext cx="11636679" cy="5536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36052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2F444E-F12F-2048-D5FF-820416E2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0312"/>
            <a:ext cx="12191999" cy="1217113"/>
          </a:xfrm>
        </p:spPr>
        <p:txBody>
          <a:bodyPr>
            <a:normAutofit/>
          </a:bodyPr>
          <a:lstStyle/>
          <a:p>
            <a:pPr algn="ctr"/>
            <a:r>
              <a:rPr lang="fr-TD" sz="3600" b="1" cap="none" dirty="0">
                <a:latin typeface="Arial Black" panose="020B0604020202020204" pitchFamily="34" charset="0"/>
                <a:cs typeface="Arial Black" panose="020B0604020202020204" pitchFamily="34" charset="0"/>
              </a:rPr>
              <a:t>LES MEMBRES DU CONSEIL DE FONDATION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CBA3D83E-0378-729F-2603-200ECC425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925512"/>
              </p:ext>
            </p:extLst>
          </p:nvPr>
        </p:nvGraphicFramePr>
        <p:xfrm>
          <a:off x="-100208" y="939452"/>
          <a:ext cx="12292208" cy="5918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8993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F16B4FE-1008-6DC8-2CCA-3E6E7FC66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" y="1"/>
            <a:ext cx="9007476" cy="6755608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24A5CA4-6846-57C8-B281-125FA8B274C3}"/>
              </a:ext>
            </a:extLst>
          </p:cNvPr>
          <p:cNvSpPr txBox="1"/>
          <p:nvPr/>
        </p:nvSpPr>
        <p:spPr>
          <a:xfrm>
            <a:off x="9008535" y="863600"/>
            <a:ext cx="31824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TD" sz="24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r>
              <a:rPr lang="fr-TD" sz="2400" b="1" dirty="0">
                <a:latin typeface="Arial Black" panose="020B0604020202020204" pitchFamily="34" charset="0"/>
                <a:cs typeface="Arial Black" panose="020B0604020202020204" pitchFamily="34" charset="0"/>
              </a:rPr>
              <a:t>Rencontre de travail du Conseil de Fondation à Lausanne </a:t>
            </a:r>
          </a:p>
        </p:txBody>
      </p:sp>
    </p:spTree>
    <p:extLst>
      <p:ext uri="{BB962C8B-B14F-4D97-AF65-F5344CB8AC3E}">
        <p14:creationId xmlns:p14="http://schemas.microsoft.com/office/powerpoint/2010/main" val="39963544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D6C8A5-5211-16B1-42AB-8D77410C0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37512" cy="1039173"/>
          </a:xfrm>
        </p:spPr>
        <p:txBody>
          <a:bodyPr/>
          <a:lstStyle/>
          <a:p>
            <a:pPr algn="ctr"/>
            <a:r>
              <a:rPr lang="fr-FR" b="1" dirty="0"/>
              <a:t>L</a:t>
            </a:r>
            <a:r>
              <a:rPr lang="fr-TD" b="1" dirty="0"/>
              <a:t>es membres de la commission de bourse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B300C309-C03E-0D12-48CD-7B3901CFB6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67201"/>
              </p:ext>
            </p:extLst>
          </p:nvPr>
        </p:nvGraphicFramePr>
        <p:xfrm>
          <a:off x="154488" y="1039173"/>
          <a:ext cx="11883024" cy="5536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5020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6C93F3-8C79-F873-C9DE-46790599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52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fr-TD" sz="4400" b="1" dirty="0">
                <a:latin typeface="Arial Black" panose="020B0604020202020204" pitchFamily="34" charset="0"/>
                <a:cs typeface="Arial Black" panose="020B0604020202020204" pitchFamily="34" charset="0"/>
              </a:rPr>
              <a:t>LES Partenaires de tchad avenir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E529BB9-9ACC-1CD0-7459-D0061C79B9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34691"/>
              </p:ext>
            </p:extLst>
          </p:nvPr>
        </p:nvGraphicFramePr>
        <p:xfrm>
          <a:off x="182880" y="1286276"/>
          <a:ext cx="12009120" cy="5571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943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F260513F-7A8D-E734-5BC3-5F5FA5F4C5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379644"/>
              </p:ext>
            </p:extLst>
          </p:nvPr>
        </p:nvGraphicFramePr>
        <p:xfrm>
          <a:off x="1" y="41392"/>
          <a:ext cx="12191999" cy="6816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044">
                  <a:extLst>
                    <a:ext uri="{9D8B030D-6E8A-4147-A177-3AD203B41FA5}">
                      <a16:colId xmlns:a16="http://schemas.microsoft.com/office/drawing/2014/main" val="2510487462"/>
                    </a:ext>
                  </a:extLst>
                </a:gridCol>
                <a:gridCol w="1800955">
                  <a:extLst>
                    <a:ext uri="{9D8B030D-6E8A-4147-A177-3AD203B41FA5}">
                      <a16:colId xmlns:a16="http://schemas.microsoft.com/office/drawing/2014/main" val="3135396483"/>
                    </a:ext>
                  </a:extLst>
                </a:gridCol>
              </a:tblGrid>
              <a:tr h="3408304">
                <a:tc>
                  <a:txBody>
                    <a:bodyPr/>
                    <a:lstStyle/>
                    <a:p>
                      <a:pPr algn="ctr"/>
                      <a:endParaRPr lang="fr-TD" sz="4400" b="1" i="0" dirty="0"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  <a:p>
                      <a:pPr algn="ctr"/>
                      <a:r>
                        <a:rPr lang="fr-TD" sz="5400" b="1" i="0" dirty="0"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Nombre total des bourses accordée depuis 2004 à 2024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TD" sz="5400" b="1" i="0" kern="1200" dirty="0">
                        <a:solidFill>
                          <a:schemeClr val="lt1"/>
                        </a:solidFill>
                        <a:latin typeface="Arial Black" panose="020B0604020202020204" pitchFamily="34" charset="0"/>
                        <a:ea typeface="+mn-ea"/>
                        <a:cs typeface="Arial Black" panose="020B0604020202020204" pitchFamily="34" charset="0"/>
                      </a:endParaRPr>
                    </a:p>
                    <a:p>
                      <a:pPr marL="0" algn="ctr" defTabSz="914400" rtl="0" eaLnBrk="1" latinLnBrk="0" hangingPunct="1"/>
                      <a:endParaRPr lang="fr-TD" sz="5400" b="1" i="0" kern="1200" dirty="0">
                        <a:solidFill>
                          <a:schemeClr val="lt1"/>
                        </a:solidFill>
                        <a:latin typeface="Arial Black" panose="020B0604020202020204" pitchFamily="34" charset="0"/>
                        <a:ea typeface="+mn-ea"/>
                        <a:cs typeface="Arial Black" panose="020B0604020202020204" pitchFamily="34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fr-TD" sz="5400" b="1" i="0" kern="1200" dirty="0">
                          <a:solidFill>
                            <a:schemeClr val="lt1"/>
                          </a:solidFill>
                          <a:latin typeface="Arial Black" panose="020B0604020202020204" pitchFamily="34" charset="0"/>
                          <a:ea typeface="+mn-ea"/>
                          <a:cs typeface="Arial Black" panose="020B0604020202020204" pitchFamily="34" charset="0"/>
                        </a:rPr>
                        <a:t>501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06246"/>
                  </a:ext>
                </a:extLst>
              </a:tr>
              <a:tr h="340830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TD" sz="5400" b="1" i="0" kern="1200" dirty="0">
                          <a:solidFill>
                            <a:schemeClr val="lt1"/>
                          </a:solidFill>
                          <a:latin typeface="Arial Black" panose="020B0604020202020204" pitchFamily="34" charset="0"/>
                          <a:ea typeface="+mn-ea"/>
                          <a:cs typeface="Arial Black" panose="020B0604020202020204" pitchFamily="34" charset="0"/>
                        </a:rPr>
                        <a:t>Nombre total des jeunes ayant bénéficié de la bourse pour une formation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/>
                      <a:endParaRPr lang="fr-TD" sz="5400" b="1" i="0" kern="1200" dirty="0">
                        <a:solidFill>
                          <a:schemeClr val="lt1"/>
                        </a:solidFill>
                        <a:latin typeface="Arial Black" panose="020B0604020202020204" pitchFamily="34" charset="0"/>
                        <a:ea typeface="+mn-ea"/>
                        <a:cs typeface="Arial Black" panose="020B0604020202020204" pitchFamily="34" charset="0"/>
                      </a:endParaRPr>
                    </a:p>
                    <a:p>
                      <a:pPr marL="0" lvl="1" algn="ctr" defTabSz="914400" rtl="0" eaLnBrk="1" latinLnBrk="0" hangingPunct="1"/>
                      <a:r>
                        <a:rPr lang="fr-TD" sz="5400" b="1" i="0" kern="1200" dirty="0">
                          <a:solidFill>
                            <a:schemeClr val="lt1"/>
                          </a:solidFill>
                          <a:latin typeface="Arial Black" panose="020B0604020202020204" pitchFamily="34" charset="0"/>
                          <a:ea typeface="+mn-ea"/>
                          <a:cs typeface="Arial Black" panose="020B0604020202020204" pitchFamily="34" charset="0"/>
                        </a:rPr>
                        <a:t>214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945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6631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640C1F57-FEA5-67C6-0060-060FE61B6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310748"/>
              </p:ext>
            </p:extLst>
          </p:nvPr>
        </p:nvGraphicFramePr>
        <p:xfrm>
          <a:off x="1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08B76775-928B-9D70-AA27-84FDAF6FC0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8032583"/>
              </p:ext>
            </p:extLst>
          </p:nvPr>
        </p:nvGraphicFramePr>
        <p:xfrm>
          <a:off x="-1" y="-1"/>
          <a:ext cx="12191999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983644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0179E7F-806A-2F81-D9E8-4B02CDF5F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478755"/>
              </p:ext>
            </p:extLst>
          </p:nvPr>
        </p:nvGraphicFramePr>
        <p:xfrm>
          <a:off x="-1" y="0"/>
          <a:ext cx="12192001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27637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16CB190-E2AA-2FC2-6847-711C7E320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82" y="10845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TD"/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5588DB63-CA78-441F-6F57-851A5FFCFB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9034899"/>
              </p:ext>
            </p:extLst>
          </p:nvPr>
        </p:nvGraphicFramePr>
        <p:xfrm>
          <a:off x="1" y="112740"/>
          <a:ext cx="12192000" cy="6815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30FF9327-03CD-1969-2894-5E9912BAF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82" y="1541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TD"/>
          </a:p>
        </p:txBody>
      </p:sp>
    </p:spTree>
    <p:extLst>
      <p:ext uri="{BB962C8B-B14F-4D97-AF65-F5344CB8AC3E}">
        <p14:creationId xmlns:p14="http://schemas.microsoft.com/office/powerpoint/2010/main" val="39200293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4C473CC-5D3C-DD41-A71D-273A96F6C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675" y="100208"/>
            <a:ext cx="10522868" cy="5049621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CFE3AF6-90C5-165B-5867-9857845347B4}"/>
              </a:ext>
            </a:extLst>
          </p:cNvPr>
          <p:cNvSpPr txBox="1"/>
          <p:nvPr/>
        </p:nvSpPr>
        <p:spPr>
          <a:xfrm>
            <a:off x="338204" y="5661764"/>
            <a:ext cx="11423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400" b="1" dirty="0"/>
              <a:t>Signature de Contrats de bourse par les nouveaux boursier(ère)s </a:t>
            </a:r>
          </a:p>
        </p:txBody>
      </p:sp>
    </p:spTree>
    <p:extLst>
      <p:ext uri="{BB962C8B-B14F-4D97-AF65-F5344CB8AC3E}">
        <p14:creationId xmlns:p14="http://schemas.microsoft.com/office/powerpoint/2010/main" val="3850873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C42979E-65B2-E9F8-6880-858DF8604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800" y="97032"/>
            <a:ext cx="11705193" cy="5614835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67B8DA8-D1DE-ABAA-1122-328BA3A81EB2}"/>
              </a:ext>
            </a:extLst>
          </p:cNvPr>
          <p:cNvSpPr txBox="1"/>
          <p:nvPr/>
        </p:nvSpPr>
        <p:spPr>
          <a:xfrm>
            <a:off x="713984" y="5750004"/>
            <a:ext cx="111857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400" b="1" dirty="0">
                <a:latin typeface="Arial Black" panose="020B0604020202020204" pitchFamily="34" charset="0"/>
                <a:cs typeface="Arial Black" panose="020B0604020202020204" pitchFamily="34" charset="0"/>
              </a:rPr>
              <a:t>Remise de kits à outils par le président de la Commission de Bourse à un boursier en formation technique au CTAP  </a:t>
            </a:r>
          </a:p>
          <a:p>
            <a:endParaRPr lang="fr-TD" dirty="0"/>
          </a:p>
        </p:txBody>
      </p:sp>
    </p:spTree>
    <p:extLst>
      <p:ext uri="{BB962C8B-B14F-4D97-AF65-F5344CB8AC3E}">
        <p14:creationId xmlns:p14="http://schemas.microsoft.com/office/powerpoint/2010/main" val="3955503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7C8AA2F-5295-2042-8435-6F507CDBB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-1"/>
            <a:ext cx="9219156" cy="6701425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F920E38-C3ED-5B85-D71C-103640795708}"/>
              </a:ext>
            </a:extLst>
          </p:cNvPr>
          <p:cNvSpPr txBox="1"/>
          <p:nvPr/>
        </p:nvSpPr>
        <p:spPr>
          <a:xfrm>
            <a:off x="9219157" y="1402915"/>
            <a:ext cx="29728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Session d’orientation et conseil de boursier(ère)s par la Commission de bourse</a:t>
            </a:r>
          </a:p>
        </p:txBody>
      </p:sp>
    </p:spTree>
    <p:extLst>
      <p:ext uri="{BB962C8B-B14F-4D97-AF65-F5344CB8AC3E}">
        <p14:creationId xmlns:p14="http://schemas.microsoft.com/office/powerpoint/2010/main" val="11678945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266AE77B-C5E7-F42B-9634-18C497DF6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48350"/>
          </a:xfr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324D039-F574-D68D-7CEA-2C9C310E0BCE}"/>
              </a:ext>
            </a:extLst>
          </p:cNvPr>
          <p:cNvSpPr txBox="1"/>
          <p:nvPr/>
        </p:nvSpPr>
        <p:spPr>
          <a:xfrm>
            <a:off x="558800" y="6231467"/>
            <a:ext cx="1000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Juillet 2021: visite de suivi des boursiers au CTAP</a:t>
            </a:r>
          </a:p>
        </p:txBody>
      </p:sp>
    </p:spTree>
    <p:extLst>
      <p:ext uri="{BB962C8B-B14F-4D97-AF65-F5344CB8AC3E}">
        <p14:creationId xmlns:p14="http://schemas.microsoft.com/office/powerpoint/2010/main" val="1164880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A19389C-778C-C002-EC8C-210AF58C3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38042" cy="5774499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F7266E4-025C-A656-CE40-1E372AC2E55B}"/>
              </a:ext>
            </a:extLst>
          </p:cNvPr>
          <p:cNvSpPr txBox="1"/>
          <p:nvPr/>
        </p:nvSpPr>
        <p:spPr>
          <a:xfrm>
            <a:off x="450937" y="6087649"/>
            <a:ext cx="11198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000" b="1" dirty="0">
                <a:latin typeface="Arial Black" panose="020B0604020202020204" pitchFamily="34" charset="0"/>
                <a:cs typeface="Arial Black" panose="020B0604020202020204" pitchFamily="34" charset="0"/>
              </a:rPr>
              <a:t>Les boursiers de 2021- 2022 spécilatité informatique en formation au CTAP</a:t>
            </a:r>
          </a:p>
        </p:txBody>
      </p:sp>
    </p:spTree>
    <p:extLst>
      <p:ext uri="{BB962C8B-B14F-4D97-AF65-F5344CB8AC3E}">
        <p14:creationId xmlns:p14="http://schemas.microsoft.com/office/powerpoint/2010/main" val="597720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692212D-DD97-FD52-39B6-AD8125D95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48350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6AFBDDA-11CD-EB96-33E6-00049FEE98BE}"/>
              </a:ext>
            </a:extLst>
          </p:cNvPr>
          <p:cNvSpPr txBox="1"/>
          <p:nvPr/>
        </p:nvSpPr>
        <p:spPr>
          <a:xfrm>
            <a:off x="0" y="6250488"/>
            <a:ext cx="12062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000" b="1" dirty="0">
                <a:latin typeface="Arial Black" panose="020B0604020202020204" pitchFamily="34" charset="0"/>
                <a:cs typeface="Arial Black" panose="020B0604020202020204" pitchFamily="34" charset="0"/>
              </a:rPr>
              <a:t>Les Bourisiers de 2020-2021 spécialité menuiserie en formation  au CTAP</a:t>
            </a:r>
          </a:p>
        </p:txBody>
      </p:sp>
    </p:spTree>
    <p:extLst>
      <p:ext uri="{BB962C8B-B14F-4D97-AF65-F5344CB8AC3E}">
        <p14:creationId xmlns:p14="http://schemas.microsoft.com/office/powerpoint/2010/main" val="1392295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4F1952-F5CA-DC8B-15E7-3B7E11CF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51529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fr-TD" sz="4400" b="1" dirty="0">
                <a:latin typeface="Arial Black" panose="020B0604020202020204" pitchFamily="34" charset="0"/>
                <a:cs typeface="Arial Black" panose="020B0604020202020204" pitchFamily="34" charset="0"/>
              </a:rPr>
              <a:t>QUE sont devenus les boursier(ère)s de tchad-avenir ?</a:t>
            </a:r>
            <a:br>
              <a:rPr lang="fr-TD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endParaRPr lang="fr-TD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228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068EDA1-8562-9A05-CA36-47F4FF050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023"/>
            <a:ext cx="5035463" cy="6713953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83A80A8-4F9B-D2C3-9864-CA13A5C57C7E}"/>
              </a:ext>
            </a:extLst>
          </p:cNvPr>
          <p:cNvSpPr txBox="1"/>
          <p:nvPr/>
        </p:nvSpPr>
        <p:spPr>
          <a:xfrm>
            <a:off x="6096000" y="72023"/>
            <a:ext cx="547804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TD" sz="3200" b="1" dirty="0"/>
          </a:p>
          <a:p>
            <a:r>
              <a:rPr lang="fr-TD" sz="3200" b="1" dirty="0"/>
              <a:t>Remy M’BATNA</a:t>
            </a:r>
          </a:p>
          <a:p>
            <a:endParaRPr lang="fr-TD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3200" dirty="0"/>
              <a:t>Boursier de 2004 à 2005</a:t>
            </a:r>
          </a:p>
          <a:p>
            <a:endParaRPr lang="fr-TD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3200" dirty="0"/>
              <a:t>Journaliste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TD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3200" dirty="0"/>
              <a:t>Premier Conseiller à l’Ambassade du Tchad à Paris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TD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3200" dirty="0"/>
              <a:t>Membre de la Commission de Bourse. </a:t>
            </a:r>
          </a:p>
          <a:p>
            <a:endParaRPr lang="fr-TD" dirty="0"/>
          </a:p>
        </p:txBody>
      </p:sp>
    </p:spTree>
    <p:extLst>
      <p:ext uri="{BB962C8B-B14F-4D97-AF65-F5344CB8AC3E}">
        <p14:creationId xmlns:p14="http://schemas.microsoft.com/office/powerpoint/2010/main" val="3909225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21B54503-7B67-B07C-E2CB-A7403265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87" y="112735"/>
            <a:ext cx="8617906" cy="6463430"/>
          </a:xfr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AA16328-C9CC-C8E0-CE21-47AD6FEED2D1}"/>
              </a:ext>
            </a:extLst>
          </p:cNvPr>
          <p:cNvSpPr txBox="1"/>
          <p:nvPr/>
        </p:nvSpPr>
        <p:spPr>
          <a:xfrm>
            <a:off x="8717494" y="112734"/>
            <a:ext cx="347450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TD" b="1" dirty="0"/>
          </a:p>
          <a:p>
            <a:pPr algn="ctr"/>
            <a:r>
              <a:rPr lang="fr-TD" sz="2400" b="1" dirty="0"/>
              <a:t>DJIVIDI NDONDO François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D" sz="2400" dirty="0"/>
              <a:t>Boursier de 2004 à 2007.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400" dirty="0"/>
              <a:t>Economiste,</a:t>
            </a:r>
          </a:p>
          <a:p>
            <a:endParaRPr lang="fr-TD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400" dirty="0"/>
              <a:t>Assistant Parlementaire à l’Essemblée Nationale du Tchad,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TD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400" dirty="0"/>
              <a:t>Présient de la Commission de Bourse</a:t>
            </a:r>
          </a:p>
        </p:txBody>
      </p:sp>
    </p:spTree>
    <p:extLst>
      <p:ext uri="{BB962C8B-B14F-4D97-AF65-F5344CB8AC3E}">
        <p14:creationId xmlns:p14="http://schemas.microsoft.com/office/powerpoint/2010/main" val="2293939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3FEA4C1-16F3-83CA-6E9E-C20735B98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0313"/>
            <a:ext cx="8467593" cy="6350696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ECC91F9-C9F7-108F-1DD2-B645E7375B6E}"/>
              </a:ext>
            </a:extLst>
          </p:cNvPr>
          <p:cNvSpPr txBox="1"/>
          <p:nvPr/>
        </p:nvSpPr>
        <p:spPr>
          <a:xfrm>
            <a:off x="8467593" y="356991"/>
            <a:ext cx="372440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D" sz="2800" b="1" dirty="0"/>
              <a:t>BEALEM Aristide</a:t>
            </a:r>
          </a:p>
          <a:p>
            <a:r>
              <a:rPr lang="fr-TD" sz="2800" b="1" dirty="0"/>
              <a:t>Chimiste</a:t>
            </a:r>
          </a:p>
          <a:p>
            <a:endParaRPr lang="fr-TD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Boursier 2004 à 2008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TD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Doctorant en Chimie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Professuer Certifié en chimie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TD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Membre de la Commission d Bourse</a:t>
            </a:r>
          </a:p>
        </p:txBody>
      </p:sp>
    </p:spTree>
    <p:extLst>
      <p:ext uri="{BB962C8B-B14F-4D97-AF65-F5344CB8AC3E}">
        <p14:creationId xmlns:p14="http://schemas.microsoft.com/office/powerpoint/2010/main" val="4110378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781819-5EB6-B141-B679-B11231FDE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647864" cy="6488482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7EE5E4B-DB82-AD42-B5CA-695EF343F3C2}"/>
              </a:ext>
            </a:extLst>
          </p:cNvPr>
          <p:cNvSpPr txBox="1"/>
          <p:nvPr/>
        </p:nvSpPr>
        <p:spPr>
          <a:xfrm>
            <a:off x="8647864" y="588723"/>
            <a:ext cx="354413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D" sz="2400" b="1" dirty="0">
                <a:latin typeface="Arial Black" panose="020B0604020202020204" pitchFamily="34" charset="0"/>
                <a:cs typeface="Arial Black" panose="020B0604020202020204" pitchFamily="34" charset="0"/>
              </a:rPr>
              <a:t>MADJOBKAM Richard</a:t>
            </a:r>
          </a:p>
          <a:p>
            <a:endParaRPr lang="fr-TD" sz="24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20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2006-2007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TD" sz="20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2000" b="1" dirty="0">
                <a:latin typeface="Arial Black" panose="020B0604020202020204" pitchFamily="34" charset="0"/>
                <a:cs typeface="Arial Black" panose="020B0604020202020204" pitchFamily="34" charset="0"/>
              </a:rPr>
              <a:t>Ingénieur Informatique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TD" sz="20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2000" b="1" dirty="0">
                <a:latin typeface="Arial Black" panose="020B0604020202020204" pitchFamily="34" charset="0"/>
                <a:cs typeface="Arial Black" panose="020B0604020202020204" pitchFamily="34" charset="0"/>
              </a:rPr>
              <a:t>Analyste Senior des Systèmes  à la firme  Americaine Medtronic  au Canada</a:t>
            </a:r>
          </a:p>
          <a:p>
            <a:endParaRPr lang="fr-TD" dirty="0"/>
          </a:p>
          <a:p>
            <a:endParaRPr lang="fr-TD" dirty="0"/>
          </a:p>
        </p:txBody>
      </p:sp>
    </p:spTree>
    <p:extLst>
      <p:ext uri="{BB962C8B-B14F-4D97-AF65-F5344CB8AC3E}">
        <p14:creationId xmlns:p14="http://schemas.microsoft.com/office/powerpoint/2010/main" val="4166731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FF77279-F2D6-0E2C-AB4C-7EDCB995C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43284"/>
            <a:ext cx="8456096" cy="6342072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0BB7AD2-D0CB-F145-2442-34730659253D}"/>
              </a:ext>
            </a:extLst>
          </p:cNvPr>
          <p:cNvSpPr txBox="1"/>
          <p:nvPr/>
        </p:nvSpPr>
        <p:spPr>
          <a:xfrm>
            <a:off x="8456096" y="1290181"/>
            <a:ext cx="362316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ADANDI AKERTE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2007-2009 au CTAP</a:t>
            </a:r>
          </a:p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/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soudeur</a:t>
            </a:r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</p:txBody>
      </p:sp>
    </p:spTree>
    <p:extLst>
      <p:ext uri="{BB962C8B-B14F-4D97-AF65-F5344CB8AC3E}">
        <p14:creationId xmlns:p14="http://schemas.microsoft.com/office/powerpoint/2010/main" val="33395553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A03515C-2503-5452-4424-851FDCBDA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76405"/>
            <a:ext cx="8810694" cy="5884101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5442282-5680-FADE-814B-7B9299A44567}"/>
              </a:ext>
            </a:extLst>
          </p:cNvPr>
          <p:cNvSpPr txBox="1"/>
          <p:nvPr/>
        </p:nvSpPr>
        <p:spPr>
          <a:xfrm>
            <a:off x="8810694" y="676405"/>
            <a:ext cx="3381307" cy="634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D" sz="2800" b="1" dirty="0"/>
              <a:t>TOGOZIA M’BATNA Augustin</a:t>
            </a:r>
          </a:p>
          <a:p>
            <a:endParaRPr lang="fr-TD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Boursier de 2008 à 2012</a:t>
            </a:r>
          </a:p>
          <a:p>
            <a:endParaRPr lang="fr-TD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Nutritioniste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TD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Coordonateur du progemme santé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TD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2800" dirty="0"/>
              <a:t>Membre de la Commission de Bourse</a:t>
            </a:r>
          </a:p>
          <a:p>
            <a:endParaRPr lang="fr-TD" dirty="0"/>
          </a:p>
          <a:p>
            <a:endParaRPr lang="fr-TD" dirty="0"/>
          </a:p>
        </p:txBody>
      </p:sp>
    </p:spTree>
    <p:extLst>
      <p:ext uri="{BB962C8B-B14F-4D97-AF65-F5344CB8AC3E}">
        <p14:creationId xmlns:p14="http://schemas.microsoft.com/office/powerpoint/2010/main" val="6107755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4909FC1-30D1-DC7B-3519-023312437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874" y="134611"/>
            <a:ext cx="8779429" cy="4938429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0B22540-DDEE-F4D3-CB7F-2D0596382C2F}"/>
              </a:ext>
            </a:extLst>
          </p:cNvPr>
          <p:cNvSpPr txBox="1"/>
          <p:nvPr/>
        </p:nvSpPr>
        <p:spPr>
          <a:xfrm>
            <a:off x="173874" y="5246061"/>
            <a:ext cx="120181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TIANDJE Nicole,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Bourière de 2008 - 2011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Responsable de Ressources Humaines </a:t>
            </a:r>
          </a:p>
          <a:p>
            <a:pPr algn="ctr"/>
            <a:endParaRPr lang="fr-TD" sz="2400" b="1" dirty="0"/>
          </a:p>
        </p:txBody>
      </p:sp>
    </p:spTree>
    <p:extLst>
      <p:ext uri="{BB962C8B-B14F-4D97-AF65-F5344CB8AC3E}">
        <p14:creationId xmlns:p14="http://schemas.microsoft.com/office/powerpoint/2010/main" val="2268368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89B6A29-EABB-D3E9-489F-85926E43A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886" y="176615"/>
            <a:ext cx="4772416" cy="6681385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136532A-27A9-CFFC-9942-F2D406B8D378}"/>
              </a:ext>
            </a:extLst>
          </p:cNvPr>
          <p:cNvSpPr txBox="1"/>
          <p:nvPr/>
        </p:nvSpPr>
        <p:spPr>
          <a:xfrm>
            <a:off x="5198302" y="1603330"/>
            <a:ext cx="68016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3600" b="1" dirty="0">
                <a:latin typeface="Arial Black" panose="020B0604020202020204" pitchFamily="34" charset="0"/>
                <a:cs typeface="Arial Black" panose="020B0604020202020204" pitchFamily="34" charset="0"/>
              </a:rPr>
              <a:t>DEBEUM Gloria</a:t>
            </a:r>
          </a:p>
          <a:p>
            <a:pPr algn="ctr"/>
            <a:endParaRPr lang="fr-TD" sz="36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endParaRPr lang="fr-TD" sz="36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36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Bourière 2016- 2019</a:t>
            </a:r>
          </a:p>
          <a:p>
            <a:pPr algn="ctr"/>
            <a:endParaRPr lang="fr-TD" sz="36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3600" b="1" dirty="0">
                <a:latin typeface="Arial Black" panose="020B0604020202020204" pitchFamily="34" charset="0"/>
                <a:cs typeface="Arial Black" panose="020B0604020202020204" pitchFamily="34" charset="0"/>
              </a:rPr>
              <a:t>infirmière</a:t>
            </a:r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r>
              <a:rPr lang="fr-TD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6885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F6F2608-521E-00E1-8819-02BBCA7D9990}"/>
              </a:ext>
            </a:extLst>
          </p:cNvPr>
          <p:cNvSpPr txBox="1"/>
          <p:nvPr/>
        </p:nvSpPr>
        <p:spPr>
          <a:xfrm>
            <a:off x="5135671" y="2617941"/>
            <a:ext cx="705633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ANGOULOUMOU ALOUMA</a:t>
            </a:r>
          </a:p>
          <a:p>
            <a:pPr algn="ctr"/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2018 - 2020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Nutritioniste au MSF Suisse</a:t>
            </a:r>
          </a:p>
          <a:p>
            <a:pPr algn="ctr"/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227C7E5-9FE7-DC97-ED79-D839BC70A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5135671" cy="6847562"/>
          </a:xfrm>
        </p:spPr>
      </p:pic>
    </p:spTree>
    <p:extLst>
      <p:ext uri="{BB962C8B-B14F-4D97-AF65-F5344CB8AC3E}">
        <p14:creationId xmlns:p14="http://schemas.microsoft.com/office/powerpoint/2010/main" val="364818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ACE22C-A920-0223-C464-F6B55103F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1921"/>
            <a:ext cx="6901842" cy="6901842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D8A99C9-C1A5-A5AD-1564-332A0F5F7AB2}"/>
              </a:ext>
            </a:extLst>
          </p:cNvPr>
          <p:cNvSpPr txBox="1"/>
          <p:nvPr/>
        </p:nvSpPr>
        <p:spPr>
          <a:xfrm>
            <a:off x="7252570" y="1277655"/>
            <a:ext cx="507721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D" sz="3600" b="1" dirty="0">
                <a:latin typeface="Arial Black" panose="020B0604020202020204" pitchFamily="34" charset="0"/>
                <a:cs typeface="Arial Black" panose="020B0604020202020204" pitchFamily="34" charset="0"/>
              </a:rPr>
              <a:t>DOULEBAYE Josette Devictoire</a:t>
            </a:r>
          </a:p>
          <a:p>
            <a:endParaRPr lang="fr-TD" sz="36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36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Boursière 2019 - 2022</a:t>
            </a:r>
          </a:p>
          <a:p>
            <a:endParaRPr lang="fr-TD" sz="36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3600" b="1" dirty="0">
                <a:latin typeface="Arial Black" panose="020B0604020202020204" pitchFamily="34" charset="0"/>
                <a:cs typeface="Arial Black" panose="020B0604020202020204" pitchFamily="34" charset="0"/>
              </a:rPr>
              <a:t> infirmière</a:t>
            </a:r>
          </a:p>
          <a:p>
            <a:pPr algn="ctr"/>
            <a:endParaRPr lang="fr-TD" sz="2400" b="1" dirty="0"/>
          </a:p>
        </p:txBody>
      </p:sp>
    </p:spTree>
    <p:extLst>
      <p:ext uri="{BB962C8B-B14F-4D97-AF65-F5344CB8AC3E}">
        <p14:creationId xmlns:p14="http://schemas.microsoft.com/office/powerpoint/2010/main" val="306706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30E7E14-B998-04F4-ADA2-58293A11CACF}"/>
              </a:ext>
            </a:extLst>
          </p:cNvPr>
          <p:cNvSpPr txBox="1"/>
          <p:nvPr/>
        </p:nvSpPr>
        <p:spPr>
          <a:xfrm>
            <a:off x="5686817" y="2054268"/>
            <a:ext cx="615027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ABAKAR MADALI</a:t>
            </a:r>
          </a:p>
          <a:p>
            <a:pPr algn="ctr"/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2018 - 2021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Informier au MSF Suisse.</a:t>
            </a:r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79BDF9-6152-B8F2-4361-C1E6E986B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963"/>
            <a:ext cx="5160723" cy="688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66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3B27AAAD-93EF-DB28-C7B3-2578880B0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259" y="212942"/>
            <a:ext cx="8484295" cy="6363222"/>
          </a:xfr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5E1FED4-482F-0433-36E3-75905D728CC8}"/>
              </a:ext>
            </a:extLst>
          </p:cNvPr>
          <p:cNvSpPr txBox="1"/>
          <p:nvPr/>
        </p:nvSpPr>
        <p:spPr>
          <a:xfrm>
            <a:off x="8697238" y="2113767"/>
            <a:ext cx="35824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ALLAYAMAL Angeline</a:t>
            </a:r>
          </a:p>
          <a:p>
            <a:pPr algn="ctr"/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Bourière 2018-2019</a:t>
            </a:r>
          </a:p>
          <a:p>
            <a:pPr algn="ctr"/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 Frigoriste </a:t>
            </a:r>
          </a:p>
        </p:txBody>
      </p:sp>
    </p:spTree>
    <p:extLst>
      <p:ext uri="{BB962C8B-B14F-4D97-AF65-F5344CB8AC3E}">
        <p14:creationId xmlns:p14="http://schemas.microsoft.com/office/powerpoint/2010/main" val="35508974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91E103E-8F9E-F363-270B-04D220B0D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1" y="-1"/>
            <a:ext cx="5198301" cy="6931069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9275516-AF2F-E8C9-CA76-B5ED9873795F}"/>
              </a:ext>
            </a:extLst>
          </p:cNvPr>
          <p:cNvSpPr txBox="1"/>
          <p:nvPr/>
        </p:nvSpPr>
        <p:spPr>
          <a:xfrm>
            <a:off x="6096000" y="1302707"/>
            <a:ext cx="51983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HEIRA GOU</a:t>
            </a:r>
          </a:p>
          <a:p>
            <a:pPr algn="ctr"/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2019 – 2021 au CTAP</a:t>
            </a:r>
          </a:p>
          <a:p>
            <a:pPr algn="ctr"/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Electricien </a:t>
            </a:r>
          </a:p>
          <a:p>
            <a:pPr algn="ctr"/>
            <a:endParaRPr lang="fr-TD" b="1" dirty="0"/>
          </a:p>
          <a:p>
            <a:pPr algn="ctr"/>
            <a:endParaRPr lang="fr-TD" b="1" dirty="0"/>
          </a:p>
          <a:p>
            <a:pPr algn="ctr"/>
            <a:endParaRPr lang="fr-TD" b="1" dirty="0"/>
          </a:p>
          <a:p>
            <a:pPr algn="ctr"/>
            <a:endParaRPr lang="fr-TD" b="1" dirty="0"/>
          </a:p>
          <a:p>
            <a:pPr algn="ctr"/>
            <a:endParaRPr lang="fr-TD" b="1" dirty="0"/>
          </a:p>
          <a:p>
            <a:pPr algn="ctr"/>
            <a:endParaRPr lang="fr-TD" b="1" dirty="0"/>
          </a:p>
          <a:p>
            <a:pPr algn="ctr"/>
            <a:endParaRPr lang="fr-TD" b="1" dirty="0"/>
          </a:p>
          <a:p>
            <a:pPr algn="ctr"/>
            <a:endParaRPr lang="fr-TD" b="1" dirty="0"/>
          </a:p>
        </p:txBody>
      </p:sp>
    </p:spTree>
    <p:extLst>
      <p:ext uri="{BB962C8B-B14F-4D97-AF65-F5344CB8AC3E}">
        <p14:creationId xmlns:p14="http://schemas.microsoft.com/office/powerpoint/2010/main" val="12217277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F61B60A-8256-E605-62E6-2032103D2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88" y="0"/>
            <a:ext cx="4296426" cy="7016530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08D1DF9-80F0-9153-8FB4-BE70A52CCEED}"/>
              </a:ext>
            </a:extLst>
          </p:cNvPr>
          <p:cNvSpPr txBox="1"/>
          <p:nvPr/>
        </p:nvSpPr>
        <p:spPr>
          <a:xfrm>
            <a:off x="4434214" y="2931091"/>
            <a:ext cx="775778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SAKHAIROU ISSA MAHAMADOU</a:t>
            </a:r>
          </a:p>
          <a:p>
            <a:pPr algn="ctr"/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 2019 - 2021 au CTAP</a:t>
            </a:r>
          </a:p>
          <a:p>
            <a:pPr algn="ctr"/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 mécanicien automobile.</a:t>
            </a:r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</p:txBody>
      </p:sp>
    </p:spTree>
    <p:extLst>
      <p:ext uri="{BB962C8B-B14F-4D97-AF65-F5344CB8AC3E}">
        <p14:creationId xmlns:p14="http://schemas.microsoft.com/office/powerpoint/2010/main" val="2149984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6805EA2-F298-02FA-AEC2-5F506710A2B2}"/>
              </a:ext>
            </a:extLst>
          </p:cNvPr>
          <p:cNvSpPr txBox="1"/>
          <p:nvPr/>
        </p:nvSpPr>
        <p:spPr>
          <a:xfrm>
            <a:off x="125260" y="5185774"/>
            <a:ext cx="116492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MIGABAYE TOLDIBAYE, electronicien</a:t>
            </a:r>
          </a:p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2018 – 2019 au CTAP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CDAEC5C-85FA-AA93-37F0-95BCD3024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586" y="136545"/>
            <a:ext cx="10526080" cy="5049229"/>
          </a:xfrm>
        </p:spPr>
      </p:pic>
    </p:spTree>
    <p:extLst>
      <p:ext uri="{BB962C8B-B14F-4D97-AF65-F5344CB8AC3E}">
        <p14:creationId xmlns:p14="http://schemas.microsoft.com/office/powerpoint/2010/main" val="1815193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0DE488E-BACC-07AD-C6CA-1AC6B2559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677" y="187891"/>
            <a:ext cx="10083451" cy="5667274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B3B1DEF-847B-91DD-4D1D-B1CF93B1E120}"/>
              </a:ext>
            </a:extLst>
          </p:cNvPr>
          <p:cNvSpPr txBox="1"/>
          <p:nvPr/>
        </p:nvSpPr>
        <p:spPr>
          <a:xfrm>
            <a:off x="984589" y="5695928"/>
            <a:ext cx="757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400" b="1" dirty="0">
                <a:latin typeface="Arial Black" panose="020B0604020202020204" pitchFamily="34" charset="0"/>
                <a:cs typeface="Arial Black" panose="020B0604020202020204" pitchFamily="34" charset="0"/>
              </a:rPr>
              <a:t>LARLEM Isabelle, Electrocienne </a:t>
            </a:r>
          </a:p>
          <a:p>
            <a:pPr algn="ctr"/>
            <a:r>
              <a:rPr lang="fr-TD" sz="24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Boursière 2019 – 2021 au CTAP</a:t>
            </a:r>
          </a:p>
        </p:txBody>
      </p:sp>
    </p:spTree>
    <p:extLst>
      <p:ext uri="{BB962C8B-B14F-4D97-AF65-F5344CB8AC3E}">
        <p14:creationId xmlns:p14="http://schemas.microsoft.com/office/powerpoint/2010/main" val="4117213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1A64019-0924-8DC8-1079-02B06FB6D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49238" cy="6858000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ABF77F8-E0FE-22B7-4167-F621533A6041}"/>
              </a:ext>
            </a:extLst>
          </p:cNvPr>
          <p:cNvSpPr txBox="1"/>
          <p:nvPr/>
        </p:nvSpPr>
        <p:spPr>
          <a:xfrm>
            <a:off x="5761972" y="1929008"/>
            <a:ext cx="64300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LARLEM Isabelle</a:t>
            </a:r>
          </a:p>
          <a:p>
            <a:pPr algn="ctr"/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Boursière 2019 - 2021</a:t>
            </a:r>
          </a:p>
          <a:p>
            <a:pPr algn="ctr"/>
            <a:endParaRPr lang="fr-TD" sz="32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TD" sz="3200" b="1" dirty="0">
                <a:latin typeface="Arial Black" panose="020B0604020202020204" pitchFamily="34" charset="0"/>
                <a:cs typeface="Arial Black" panose="020B0604020202020204" pitchFamily="34" charset="0"/>
              </a:rPr>
              <a:t>Ectricienne bâtiment</a:t>
            </a:r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  <a:p>
            <a:pPr algn="ctr"/>
            <a:endParaRPr lang="fr-TD" sz="2400" b="1" dirty="0"/>
          </a:p>
        </p:txBody>
      </p:sp>
    </p:spTree>
    <p:extLst>
      <p:ext uri="{BB962C8B-B14F-4D97-AF65-F5344CB8AC3E}">
        <p14:creationId xmlns:p14="http://schemas.microsoft.com/office/powerpoint/2010/main" val="436306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5E28AAE0-F338-B0CD-3B47-A36C18D95F5C}"/>
              </a:ext>
            </a:extLst>
          </p:cNvPr>
          <p:cNvSpPr txBox="1"/>
          <p:nvPr/>
        </p:nvSpPr>
        <p:spPr>
          <a:xfrm>
            <a:off x="1302863" y="5063102"/>
            <a:ext cx="117658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BEINAIBEYE Richard, soudeur</a:t>
            </a:r>
          </a:p>
          <a:p>
            <a:pPr algn="ctr"/>
            <a:endParaRPr lang="fr-TD" sz="28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r>
              <a:rPr lang="fr-TD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Boursier 2023 - 2024 au CTAP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E2FD0A-0FC6-9B24-C842-9B928F1A9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358" y="-882562"/>
            <a:ext cx="11252642" cy="5063689"/>
          </a:xfrm>
        </p:spPr>
      </p:pic>
    </p:spTree>
    <p:extLst>
      <p:ext uri="{BB962C8B-B14F-4D97-AF65-F5344CB8AC3E}">
        <p14:creationId xmlns:p14="http://schemas.microsoft.com/office/powerpoint/2010/main" val="484340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1E6400E2-0366-0311-9E9D-0239A7103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588" y="172188"/>
            <a:ext cx="11387479" cy="5464523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9B4A53E-9119-4631-0B5E-BE408FE7092A}"/>
              </a:ext>
            </a:extLst>
          </p:cNvPr>
          <p:cNvSpPr txBox="1"/>
          <p:nvPr/>
        </p:nvSpPr>
        <p:spPr>
          <a:xfrm>
            <a:off x="334588" y="6029404"/>
            <a:ext cx="1165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D" sz="2400" b="1" dirty="0">
                <a:latin typeface="Arial Black" panose="020B0604020202020204" pitchFamily="34" charset="0"/>
                <a:cs typeface="Arial Black" panose="020B0604020202020204" pitchFamily="34" charset="0"/>
              </a:rPr>
              <a:t>Les bénéficiaires remercient Tchad-Avenir et la Fondation CHRISTA </a:t>
            </a:r>
          </a:p>
        </p:txBody>
      </p:sp>
    </p:spTree>
    <p:extLst>
      <p:ext uri="{BB962C8B-B14F-4D97-AF65-F5344CB8AC3E}">
        <p14:creationId xmlns:p14="http://schemas.microsoft.com/office/powerpoint/2010/main" val="2526906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{2149C402-EED9-E648-AEB3-52856DAB70BC}tf10001079</Template>
  <TotalTime>1393</TotalTime>
  <Words>659</Words>
  <Application>Microsoft Office PowerPoint</Application>
  <PresentationFormat>Grand écran</PresentationFormat>
  <Paragraphs>196</Paragraphs>
  <Slides>39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5" baseType="lpstr">
      <vt:lpstr>Arial</vt:lpstr>
      <vt:lpstr>Arial Black</vt:lpstr>
      <vt:lpstr>Calibri</vt:lpstr>
      <vt:lpstr>Century Gothic</vt:lpstr>
      <vt:lpstr>Times New Roman</vt:lpstr>
      <vt:lpstr>Traînée de condensation</vt:lpstr>
      <vt:lpstr>Presentation de la fondation tchad avenir et ses realisations de 2004 - 2024</vt:lpstr>
      <vt:lpstr>Une fondation de droit suisse créée en 2004 à l’initiative de madame geneviève pillet (fondatrice) en collaboration avec charly maurer et m’batna jean-paul</vt:lpstr>
      <vt:lpstr>But de tchad avenir</vt:lpstr>
      <vt:lpstr>Organes de gestion DE TCHAD AVENIR</vt:lpstr>
      <vt:lpstr>LES PRESIDANTS DU Consil de Fondation</vt:lpstr>
      <vt:lpstr>LES MEMBRES DU CONSEIL DE FONDATION</vt:lpstr>
      <vt:lpstr>Présentation PowerPoint</vt:lpstr>
      <vt:lpstr>Les membres de la commission de bourse</vt:lpstr>
      <vt:lpstr>LES Partenaires de tchad avenir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QUE sont devenus les boursier(ère)s de tchad-avenir ?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Djividi NDONDO</dc:creator>
  <cp:lastModifiedBy>charly maurer</cp:lastModifiedBy>
  <cp:revision>88</cp:revision>
  <dcterms:created xsi:type="dcterms:W3CDTF">2024-07-23T10:23:18Z</dcterms:created>
  <dcterms:modified xsi:type="dcterms:W3CDTF">2024-09-21T12:20:19Z</dcterms:modified>
</cp:coreProperties>
</file>